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57" r:id="rId7"/>
    <p:sldId id="266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DD3D97-5B17-4F06-B2DC-B84945757F62}" v="31" dt="2026-03-18T02:11:37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1242" y="10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en, JD" userId="b2e1ee89-1b61-48dc-8fc0-7339e325b9c1" providerId="ADAL" clId="{A62ED3CA-B2C3-472F-93DA-5781BE55223D}"/>
    <pc:docChg chg="undo custSel addSld delSld modSld modMainMaster">
      <pc:chgData name="Allen, JD" userId="b2e1ee89-1b61-48dc-8fc0-7339e325b9c1" providerId="ADAL" clId="{A62ED3CA-B2C3-472F-93DA-5781BE55223D}" dt="2026-03-18T02:12:53.119" v="612" actId="20577"/>
      <pc:docMkLst>
        <pc:docMk/>
      </pc:docMkLst>
      <pc:sldChg chg="addSp modSp mod setBg setClrOvrMap">
        <pc:chgData name="Allen, JD" userId="b2e1ee89-1b61-48dc-8fc0-7339e325b9c1" providerId="ADAL" clId="{A62ED3CA-B2C3-472F-93DA-5781BE55223D}" dt="2026-03-18T01:22:15.077" v="381" actId="26606"/>
        <pc:sldMkLst>
          <pc:docMk/>
          <pc:sldMk cId="4158506808" sldId="256"/>
        </pc:sldMkLst>
        <pc:spChg chg="mod">
          <ac:chgData name="Allen, JD" userId="b2e1ee89-1b61-48dc-8fc0-7339e325b9c1" providerId="ADAL" clId="{A62ED3CA-B2C3-472F-93DA-5781BE55223D}" dt="2026-03-18T01:22:15.077" v="381" actId="26606"/>
          <ac:spMkLst>
            <pc:docMk/>
            <pc:sldMk cId="4158506808" sldId="256"/>
            <ac:spMk id="2" creationId="{54934283-E3F0-A061-EB9D-1DA8C276BC9D}"/>
          </ac:spMkLst>
        </pc:spChg>
        <pc:spChg chg="mod">
          <ac:chgData name="Allen, JD" userId="b2e1ee89-1b61-48dc-8fc0-7339e325b9c1" providerId="ADAL" clId="{A62ED3CA-B2C3-472F-93DA-5781BE55223D}" dt="2026-03-18T01:22:15.077" v="381" actId="26606"/>
          <ac:spMkLst>
            <pc:docMk/>
            <pc:sldMk cId="4158506808" sldId="256"/>
            <ac:spMk id="3" creationId="{A0D8F955-CCE8-6E93-851D-FA6287677F1D}"/>
          </ac:spMkLst>
        </pc:spChg>
        <pc:spChg chg="add">
          <ac:chgData name="Allen, JD" userId="b2e1ee89-1b61-48dc-8fc0-7339e325b9c1" providerId="ADAL" clId="{A62ED3CA-B2C3-472F-93DA-5781BE55223D}" dt="2026-03-18T01:22:15.077" v="381" actId="26606"/>
          <ac:spMkLst>
            <pc:docMk/>
            <pc:sldMk cId="4158506808" sldId="256"/>
            <ac:spMk id="9" creationId="{71B2258F-86CA-4D4D-8270-BC05FCDEBFB3}"/>
          </ac:spMkLst>
        </pc:spChg>
        <pc:picChg chg="add">
          <ac:chgData name="Allen, JD" userId="b2e1ee89-1b61-48dc-8fc0-7339e325b9c1" providerId="ADAL" clId="{A62ED3CA-B2C3-472F-93DA-5781BE55223D}" dt="2026-03-18T01:22:15.077" v="381" actId="26606"/>
          <ac:picMkLst>
            <pc:docMk/>
            <pc:sldMk cId="4158506808" sldId="256"/>
            <ac:picMk id="5" creationId="{7141B766-95D6-4A7A-CE21-ADD4A1E000FF}"/>
          </ac:picMkLst>
        </pc:picChg>
      </pc:sldChg>
      <pc:sldChg chg="addSp delSp modSp new mod setBg">
        <pc:chgData name="Allen, JD" userId="b2e1ee89-1b61-48dc-8fc0-7339e325b9c1" providerId="ADAL" clId="{A62ED3CA-B2C3-472F-93DA-5781BE55223D}" dt="2026-03-18T01:22:42.202" v="382" actId="26606"/>
        <pc:sldMkLst>
          <pc:docMk/>
          <pc:sldMk cId="3225577822" sldId="257"/>
        </pc:sldMkLst>
        <pc:spChg chg="mod">
          <ac:chgData name="Allen, JD" userId="b2e1ee89-1b61-48dc-8fc0-7339e325b9c1" providerId="ADAL" clId="{A62ED3CA-B2C3-472F-93DA-5781BE55223D}" dt="2026-03-18T01:22:42.202" v="382" actId="26606"/>
          <ac:spMkLst>
            <pc:docMk/>
            <pc:sldMk cId="3225577822" sldId="257"/>
            <ac:spMk id="2" creationId="{8ACC43F1-05FA-8829-DBC7-4A60894CC96B}"/>
          </ac:spMkLst>
        </pc:spChg>
        <pc:spChg chg="del mod">
          <ac:chgData name="Allen, JD" userId="b2e1ee89-1b61-48dc-8fc0-7339e325b9c1" providerId="ADAL" clId="{A62ED3CA-B2C3-472F-93DA-5781BE55223D}" dt="2026-03-18T01:22:42.202" v="382" actId="26606"/>
          <ac:spMkLst>
            <pc:docMk/>
            <pc:sldMk cId="3225577822" sldId="257"/>
            <ac:spMk id="3" creationId="{F9A4E747-A268-56FF-54BB-161EAAA2CD7D}"/>
          </ac:spMkLst>
        </pc:spChg>
        <pc:spChg chg="add">
          <ac:chgData name="Allen, JD" userId="b2e1ee89-1b61-48dc-8fc0-7339e325b9c1" providerId="ADAL" clId="{A62ED3CA-B2C3-472F-93DA-5781BE55223D}" dt="2026-03-18T01:22:42.202" v="382" actId="26606"/>
          <ac:spMkLst>
            <pc:docMk/>
            <pc:sldMk cId="3225577822" sldId="257"/>
            <ac:spMk id="9" creationId="{BACC6370-2D7E-4714-9D71-7542949D7D5D}"/>
          </ac:spMkLst>
        </pc:spChg>
        <pc:spChg chg="add">
          <ac:chgData name="Allen, JD" userId="b2e1ee89-1b61-48dc-8fc0-7339e325b9c1" providerId="ADAL" clId="{A62ED3CA-B2C3-472F-93DA-5781BE55223D}" dt="2026-03-18T01:22:42.202" v="382" actId="26606"/>
          <ac:spMkLst>
            <pc:docMk/>
            <pc:sldMk cId="3225577822" sldId="257"/>
            <ac:spMk id="11" creationId="{256B2C21-A230-48C0-8DF1-C46611373C44}"/>
          </ac:spMkLst>
        </pc:spChg>
        <pc:spChg chg="add">
          <ac:chgData name="Allen, JD" userId="b2e1ee89-1b61-48dc-8fc0-7339e325b9c1" providerId="ADAL" clId="{A62ED3CA-B2C3-472F-93DA-5781BE55223D}" dt="2026-03-18T01:22:42.202" v="382" actId="26606"/>
          <ac:spMkLst>
            <pc:docMk/>
            <pc:sldMk cId="3225577822" sldId="257"/>
            <ac:spMk id="13" creationId="{3847E18C-932D-4C95-AABA-FEC7C9499AD7}"/>
          </ac:spMkLst>
        </pc:spChg>
        <pc:spChg chg="add">
          <ac:chgData name="Allen, JD" userId="b2e1ee89-1b61-48dc-8fc0-7339e325b9c1" providerId="ADAL" clId="{A62ED3CA-B2C3-472F-93DA-5781BE55223D}" dt="2026-03-18T01:22:42.202" v="382" actId="26606"/>
          <ac:spMkLst>
            <pc:docMk/>
            <pc:sldMk cId="3225577822" sldId="257"/>
            <ac:spMk id="15" creationId="{3150CB11-0C61-439E-910F-5787759E72A0}"/>
          </ac:spMkLst>
        </pc:spChg>
        <pc:spChg chg="add">
          <ac:chgData name="Allen, JD" userId="b2e1ee89-1b61-48dc-8fc0-7339e325b9c1" providerId="ADAL" clId="{A62ED3CA-B2C3-472F-93DA-5781BE55223D}" dt="2026-03-18T01:22:42.202" v="382" actId="26606"/>
          <ac:spMkLst>
            <pc:docMk/>
            <pc:sldMk cId="3225577822" sldId="257"/>
            <ac:spMk id="17" creationId="{43F8A58B-5155-44CE-A5FF-7647B47D0A7A}"/>
          </ac:spMkLst>
        </pc:spChg>
        <pc:spChg chg="add">
          <ac:chgData name="Allen, JD" userId="b2e1ee89-1b61-48dc-8fc0-7339e325b9c1" providerId="ADAL" clId="{A62ED3CA-B2C3-472F-93DA-5781BE55223D}" dt="2026-03-18T01:22:42.202" v="382" actId="26606"/>
          <ac:spMkLst>
            <pc:docMk/>
            <pc:sldMk cId="3225577822" sldId="257"/>
            <ac:spMk id="19" creationId="{443F2ACA-E6D6-4028-82DD-F03C262D5DE6}"/>
          </ac:spMkLst>
        </pc:spChg>
        <pc:graphicFrameChg chg="add">
          <ac:chgData name="Allen, JD" userId="b2e1ee89-1b61-48dc-8fc0-7339e325b9c1" providerId="ADAL" clId="{A62ED3CA-B2C3-472F-93DA-5781BE55223D}" dt="2026-03-18T01:22:42.202" v="382" actId="26606"/>
          <ac:graphicFrameMkLst>
            <pc:docMk/>
            <pc:sldMk cId="3225577822" sldId="257"/>
            <ac:graphicFrameMk id="5" creationId="{602FC154-8AD3-BC60-413F-691744AA9BB1}"/>
          </ac:graphicFrameMkLst>
        </pc:graphicFrameChg>
      </pc:sldChg>
      <pc:sldChg chg="addSp delSp modSp new mod setBg">
        <pc:chgData name="Allen, JD" userId="b2e1ee89-1b61-48dc-8fc0-7339e325b9c1" providerId="ADAL" clId="{A62ED3CA-B2C3-472F-93DA-5781BE55223D}" dt="2026-03-18T01:21:38.749" v="380" actId="26606"/>
        <pc:sldMkLst>
          <pc:docMk/>
          <pc:sldMk cId="767838431" sldId="258"/>
        </pc:sldMkLst>
        <pc:spChg chg="mod">
          <ac:chgData name="Allen, JD" userId="b2e1ee89-1b61-48dc-8fc0-7339e325b9c1" providerId="ADAL" clId="{A62ED3CA-B2C3-472F-93DA-5781BE55223D}" dt="2026-03-18T01:21:38.749" v="380" actId="26606"/>
          <ac:spMkLst>
            <pc:docMk/>
            <pc:sldMk cId="767838431" sldId="258"/>
            <ac:spMk id="2" creationId="{7B55EB27-3150-B31A-AA59-4EB2D261429C}"/>
          </ac:spMkLst>
        </pc:spChg>
        <pc:spChg chg="del mod">
          <ac:chgData name="Allen, JD" userId="b2e1ee89-1b61-48dc-8fc0-7339e325b9c1" providerId="ADAL" clId="{A62ED3CA-B2C3-472F-93DA-5781BE55223D}" dt="2026-03-18T01:21:38.749" v="380" actId="26606"/>
          <ac:spMkLst>
            <pc:docMk/>
            <pc:sldMk cId="767838431" sldId="258"/>
            <ac:spMk id="3" creationId="{045BE81D-9796-F55E-CBFA-0C9FFE07A03B}"/>
          </ac:spMkLst>
        </pc:spChg>
        <pc:spChg chg="add">
          <ac:chgData name="Allen, JD" userId="b2e1ee89-1b61-48dc-8fc0-7339e325b9c1" providerId="ADAL" clId="{A62ED3CA-B2C3-472F-93DA-5781BE55223D}" dt="2026-03-18T01:21:38.749" v="380" actId="26606"/>
          <ac:spMkLst>
            <pc:docMk/>
            <pc:sldMk cId="767838431" sldId="258"/>
            <ac:spMk id="9" creationId="{BACC6370-2D7E-4714-9D71-7542949D7D5D}"/>
          </ac:spMkLst>
        </pc:spChg>
        <pc:spChg chg="add">
          <ac:chgData name="Allen, JD" userId="b2e1ee89-1b61-48dc-8fc0-7339e325b9c1" providerId="ADAL" clId="{A62ED3CA-B2C3-472F-93DA-5781BE55223D}" dt="2026-03-18T01:21:38.749" v="380" actId="26606"/>
          <ac:spMkLst>
            <pc:docMk/>
            <pc:sldMk cId="767838431" sldId="258"/>
            <ac:spMk id="11" creationId="{F68B3F68-107C-434F-AA38-110D5EA91B85}"/>
          </ac:spMkLst>
        </pc:spChg>
        <pc:spChg chg="add">
          <ac:chgData name="Allen, JD" userId="b2e1ee89-1b61-48dc-8fc0-7339e325b9c1" providerId="ADAL" clId="{A62ED3CA-B2C3-472F-93DA-5781BE55223D}" dt="2026-03-18T01:21:38.749" v="380" actId="26606"/>
          <ac:spMkLst>
            <pc:docMk/>
            <pc:sldMk cId="767838431" sldId="258"/>
            <ac:spMk id="13" creationId="{AAD0DBB9-1A4B-4391-81D4-CB19F9AB918A}"/>
          </ac:spMkLst>
        </pc:spChg>
        <pc:spChg chg="add">
          <ac:chgData name="Allen, JD" userId="b2e1ee89-1b61-48dc-8fc0-7339e325b9c1" providerId="ADAL" clId="{A62ED3CA-B2C3-472F-93DA-5781BE55223D}" dt="2026-03-18T01:21:38.749" v="380" actId="26606"/>
          <ac:spMkLst>
            <pc:docMk/>
            <pc:sldMk cId="767838431" sldId="258"/>
            <ac:spMk id="15" creationId="{063BBA22-50EA-4C4D-BE05-F1CE4E63AA56}"/>
          </ac:spMkLst>
        </pc:spChg>
        <pc:graphicFrameChg chg="add">
          <ac:chgData name="Allen, JD" userId="b2e1ee89-1b61-48dc-8fc0-7339e325b9c1" providerId="ADAL" clId="{A62ED3CA-B2C3-472F-93DA-5781BE55223D}" dt="2026-03-18T01:21:38.749" v="380" actId="26606"/>
          <ac:graphicFrameMkLst>
            <pc:docMk/>
            <pc:sldMk cId="767838431" sldId="258"/>
            <ac:graphicFrameMk id="5" creationId="{CDF98051-556E-07E2-EE0F-1AB3AF208A2E}"/>
          </ac:graphicFrameMkLst>
        </pc:graphicFrameChg>
      </pc:sldChg>
      <pc:sldChg chg="addSp delSp modSp new del mod">
        <pc:chgData name="Allen, JD" userId="b2e1ee89-1b61-48dc-8fc0-7339e325b9c1" providerId="ADAL" clId="{A62ED3CA-B2C3-472F-93DA-5781BE55223D}" dt="2026-03-17T02:40:33.480" v="357" actId="47"/>
        <pc:sldMkLst>
          <pc:docMk/>
          <pc:sldMk cId="2464527424" sldId="259"/>
        </pc:sldMkLst>
        <pc:spChg chg="mod">
          <ac:chgData name="Allen, JD" userId="b2e1ee89-1b61-48dc-8fc0-7339e325b9c1" providerId="ADAL" clId="{A62ED3CA-B2C3-472F-93DA-5781BE55223D}" dt="2026-03-17T02:39:53.788" v="351" actId="368"/>
          <ac:spMkLst>
            <pc:docMk/>
            <pc:sldMk cId="2464527424" sldId="259"/>
            <ac:spMk id="2" creationId="{71F4061F-54E1-279E-7343-95A70423E387}"/>
          </ac:spMkLst>
        </pc:spChg>
        <pc:spChg chg="del">
          <ac:chgData name="Allen, JD" userId="b2e1ee89-1b61-48dc-8fc0-7339e325b9c1" providerId="ADAL" clId="{A62ED3CA-B2C3-472F-93DA-5781BE55223D}" dt="2026-03-17T02:20:59.397" v="67" actId="478"/>
          <ac:spMkLst>
            <pc:docMk/>
            <pc:sldMk cId="2464527424" sldId="259"/>
            <ac:spMk id="3" creationId="{10C68FA1-0253-7621-D26A-10E277138C9E}"/>
          </ac:spMkLst>
        </pc:spChg>
        <pc:spChg chg="add del mod">
          <ac:chgData name="Allen, JD" userId="b2e1ee89-1b61-48dc-8fc0-7339e325b9c1" providerId="ADAL" clId="{A62ED3CA-B2C3-472F-93DA-5781BE55223D}" dt="2026-03-17T02:40:29.128" v="355" actId="21"/>
          <ac:spMkLst>
            <pc:docMk/>
            <pc:sldMk cId="2464527424" sldId="259"/>
            <ac:spMk id="4" creationId="{2D633F08-8BA7-1F1A-CE34-292FBAF15104}"/>
          </ac:spMkLst>
        </pc:spChg>
        <pc:spChg chg="add del mod">
          <ac:chgData name="Allen, JD" userId="b2e1ee89-1b61-48dc-8fc0-7339e325b9c1" providerId="ADAL" clId="{A62ED3CA-B2C3-472F-93DA-5781BE55223D}" dt="2026-03-17T02:40:29.128" v="355" actId="21"/>
          <ac:spMkLst>
            <pc:docMk/>
            <pc:sldMk cId="2464527424" sldId="259"/>
            <ac:spMk id="5" creationId="{B05CD69B-BB76-55CA-ED45-46A3FBD4F81F}"/>
          </ac:spMkLst>
        </pc:spChg>
        <pc:spChg chg="add del mod">
          <ac:chgData name="Allen, JD" userId="b2e1ee89-1b61-48dc-8fc0-7339e325b9c1" providerId="ADAL" clId="{A62ED3CA-B2C3-472F-93DA-5781BE55223D}" dt="2026-03-17T02:40:29.128" v="355" actId="21"/>
          <ac:spMkLst>
            <pc:docMk/>
            <pc:sldMk cId="2464527424" sldId="259"/>
            <ac:spMk id="6" creationId="{7B7954E6-CB2F-791C-0BC4-041076289C63}"/>
          </ac:spMkLst>
        </pc:spChg>
        <pc:spChg chg="add del mod">
          <ac:chgData name="Allen, JD" userId="b2e1ee89-1b61-48dc-8fc0-7339e325b9c1" providerId="ADAL" clId="{A62ED3CA-B2C3-472F-93DA-5781BE55223D}" dt="2026-03-17T02:40:29.128" v="355" actId="21"/>
          <ac:spMkLst>
            <pc:docMk/>
            <pc:sldMk cId="2464527424" sldId="259"/>
            <ac:spMk id="7" creationId="{ABCAE497-21BD-ADFB-A825-21321A1170D5}"/>
          </ac:spMkLst>
        </pc:spChg>
        <pc:spChg chg="add del mod">
          <ac:chgData name="Allen, JD" userId="b2e1ee89-1b61-48dc-8fc0-7339e325b9c1" providerId="ADAL" clId="{A62ED3CA-B2C3-472F-93DA-5781BE55223D}" dt="2026-03-17T02:40:29.128" v="355" actId="21"/>
          <ac:spMkLst>
            <pc:docMk/>
            <pc:sldMk cId="2464527424" sldId="259"/>
            <ac:spMk id="8" creationId="{37E66ABB-0C48-55A4-F23F-59CC93DE45E1}"/>
          </ac:spMkLst>
        </pc:spChg>
        <pc:spChg chg="add del mod">
          <ac:chgData name="Allen, JD" userId="b2e1ee89-1b61-48dc-8fc0-7339e325b9c1" providerId="ADAL" clId="{A62ED3CA-B2C3-472F-93DA-5781BE55223D}" dt="2026-03-17T02:40:29.128" v="355" actId="21"/>
          <ac:spMkLst>
            <pc:docMk/>
            <pc:sldMk cId="2464527424" sldId="259"/>
            <ac:spMk id="9" creationId="{34D16D1C-7C95-41AB-7D7F-D9F5BAF5BDEE}"/>
          </ac:spMkLst>
        </pc:spChg>
        <pc:spChg chg="add del mod">
          <ac:chgData name="Allen, JD" userId="b2e1ee89-1b61-48dc-8fc0-7339e325b9c1" providerId="ADAL" clId="{A62ED3CA-B2C3-472F-93DA-5781BE55223D}" dt="2026-03-17T02:40:29.128" v="355" actId="21"/>
          <ac:spMkLst>
            <pc:docMk/>
            <pc:sldMk cId="2464527424" sldId="259"/>
            <ac:spMk id="25" creationId="{CC3E2B12-C1CF-CFB4-9485-B3E36ED63EDF}"/>
          </ac:spMkLst>
        </pc:spChg>
        <pc:cxnChg chg="add">
          <ac:chgData name="Allen, JD" userId="b2e1ee89-1b61-48dc-8fc0-7339e325b9c1" providerId="ADAL" clId="{A62ED3CA-B2C3-472F-93DA-5781BE55223D}" dt="2026-03-17T02:25:02.450" v="145" actId="11529"/>
          <ac:cxnSpMkLst>
            <pc:docMk/>
            <pc:sldMk cId="2464527424" sldId="259"/>
            <ac:cxnSpMk id="11" creationId="{787F2210-D338-565F-581D-4AC665F915EC}"/>
          </ac:cxnSpMkLst>
        </pc:cxnChg>
        <pc:cxnChg chg="add del mod">
          <ac:chgData name="Allen, JD" userId="b2e1ee89-1b61-48dc-8fc0-7339e325b9c1" providerId="ADAL" clId="{A62ED3CA-B2C3-472F-93DA-5781BE55223D}" dt="2026-03-17T02:40:29.128" v="355" actId="21"/>
          <ac:cxnSpMkLst>
            <pc:docMk/>
            <pc:sldMk cId="2464527424" sldId="259"/>
            <ac:cxnSpMk id="12" creationId="{8110D655-048A-A0E0-7272-94F0126AC53E}"/>
          </ac:cxnSpMkLst>
        </pc:cxnChg>
        <pc:cxnChg chg="add mod">
          <ac:chgData name="Allen, JD" userId="b2e1ee89-1b61-48dc-8fc0-7339e325b9c1" providerId="ADAL" clId="{A62ED3CA-B2C3-472F-93DA-5781BE55223D}" dt="2026-03-17T02:25:21.704" v="151" actId="14100"/>
          <ac:cxnSpMkLst>
            <pc:docMk/>
            <pc:sldMk cId="2464527424" sldId="259"/>
            <ac:cxnSpMk id="15" creationId="{4D9F5829-B506-468B-8BC7-1D92F863099A}"/>
          </ac:cxnSpMkLst>
        </pc:cxnChg>
        <pc:cxnChg chg="add del mod">
          <ac:chgData name="Allen, JD" userId="b2e1ee89-1b61-48dc-8fc0-7339e325b9c1" providerId="ADAL" clId="{A62ED3CA-B2C3-472F-93DA-5781BE55223D}" dt="2026-03-17T02:40:29.128" v="355" actId="21"/>
          <ac:cxnSpMkLst>
            <pc:docMk/>
            <pc:sldMk cId="2464527424" sldId="259"/>
            <ac:cxnSpMk id="18" creationId="{285934D7-1EA8-3109-DB23-FD275D83E9FE}"/>
          </ac:cxnSpMkLst>
        </pc:cxnChg>
        <pc:cxnChg chg="add del mod">
          <ac:chgData name="Allen, JD" userId="b2e1ee89-1b61-48dc-8fc0-7339e325b9c1" providerId="ADAL" clId="{A62ED3CA-B2C3-472F-93DA-5781BE55223D}" dt="2026-03-17T02:40:29.128" v="355" actId="21"/>
          <ac:cxnSpMkLst>
            <pc:docMk/>
            <pc:sldMk cId="2464527424" sldId="259"/>
            <ac:cxnSpMk id="21" creationId="{5E252CD1-B315-0C4B-04E9-6C701A00C686}"/>
          </ac:cxnSpMkLst>
        </pc:cxnChg>
      </pc:sldChg>
      <pc:sldChg chg="addSp delSp modSp new mod setBg">
        <pc:chgData name="Allen, JD" userId="b2e1ee89-1b61-48dc-8fc0-7339e325b9c1" providerId="ADAL" clId="{A62ED3CA-B2C3-472F-93DA-5781BE55223D}" dt="2026-03-18T01:27:56.855" v="413" actId="21"/>
        <pc:sldMkLst>
          <pc:docMk/>
          <pc:sldMk cId="622139619" sldId="260"/>
        </pc:sldMkLst>
        <pc:spChg chg="mod">
          <ac:chgData name="Allen, JD" userId="b2e1ee89-1b61-48dc-8fc0-7339e325b9c1" providerId="ADAL" clId="{A62ED3CA-B2C3-472F-93DA-5781BE55223D}" dt="2026-03-18T01:27:54.708" v="412" actId="26606"/>
          <ac:spMkLst>
            <pc:docMk/>
            <pc:sldMk cId="622139619" sldId="260"/>
            <ac:spMk id="2" creationId="{4F21A90C-28B7-AA21-CAA1-85A1C733970F}"/>
          </ac:spMkLst>
        </pc:spChg>
        <pc:spChg chg="add del mod">
          <ac:chgData name="Allen, JD" userId="b2e1ee89-1b61-48dc-8fc0-7339e325b9c1" providerId="ADAL" clId="{A62ED3CA-B2C3-472F-93DA-5781BE55223D}" dt="2026-03-18T01:27:54.708" v="412" actId="26606"/>
          <ac:spMkLst>
            <pc:docMk/>
            <pc:sldMk cId="622139619" sldId="260"/>
            <ac:spMk id="3" creationId="{64EEEDD5-6827-334B-755F-8FB8AA13C659}"/>
          </ac:spMkLst>
        </pc:spChg>
        <pc:spChg chg="add del">
          <ac:chgData name="Allen, JD" userId="b2e1ee89-1b61-48dc-8fc0-7339e325b9c1" providerId="ADAL" clId="{A62ED3CA-B2C3-472F-93DA-5781BE55223D}" dt="2026-03-18T01:27:54.708" v="412" actId="26606"/>
          <ac:spMkLst>
            <pc:docMk/>
            <pc:sldMk cId="622139619" sldId="260"/>
            <ac:spMk id="6" creationId="{BACC6370-2D7E-4714-9D71-7542949D7D5D}"/>
          </ac:spMkLst>
        </pc:spChg>
        <pc:spChg chg="add mod">
          <ac:chgData name="Allen, JD" userId="b2e1ee89-1b61-48dc-8fc0-7339e325b9c1" providerId="ADAL" clId="{A62ED3CA-B2C3-472F-93DA-5781BE55223D}" dt="2026-03-18T01:24:35.679" v="398" actId="164"/>
          <ac:spMkLst>
            <pc:docMk/>
            <pc:sldMk cId="622139619" sldId="260"/>
            <ac:spMk id="8" creationId="{2A332293-B919-F922-5B2B-FC340D1FCC51}"/>
          </ac:spMkLst>
        </pc:spChg>
        <pc:spChg chg="add mod">
          <ac:chgData name="Allen, JD" userId="b2e1ee89-1b61-48dc-8fc0-7339e325b9c1" providerId="ADAL" clId="{A62ED3CA-B2C3-472F-93DA-5781BE55223D}" dt="2026-03-18T01:24:35.679" v="398" actId="164"/>
          <ac:spMkLst>
            <pc:docMk/>
            <pc:sldMk cId="622139619" sldId="260"/>
            <ac:spMk id="9" creationId="{F27E92C5-15EC-1E49-02D5-FED132BADCC0}"/>
          </ac:spMkLst>
        </pc:spChg>
        <pc:spChg chg="add del">
          <ac:chgData name="Allen, JD" userId="b2e1ee89-1b61-48dc-8fc0-7339e325b9c1" providerId="ADAL" clId="{A62ED3CA-B2C3-472F-93DA-5781BE55223D}" dt="2026-03-18T01:27:54.708" v="412" actId="26606"/>
          <ac:spMkLst>
            <pc:docMk/>
            <pc:sldMk cId="622139619" sldId="260"/>
            <ac:spMk id="11" creationId="{256B2C21-A230-48C0-8DF1-C46611373C44}"/>
          </ac:spMkLst>
        </pc:spChg>
        <pc:spChg chg="add del">
          <ac:chgData name="Allen, JD" userId="b2e1ee89-1b61-48dc-8fc0-7339e325b9c1" providerId="ADAL" clId="{A62ED3CA-B2C3-472F-93DA-5781BE55223D}" dt="2026-03-18T01:27:54.708" v="412" actId="26606"/>
          <ac:spMkLst>
            <pc:docMk/>
            <pc:sldMk cId="622139619" sldId="260"/>
            <ac:spMk id="13" creationId="{3847E18C-932D-4C95-AABA-FEC7C9499AD7}"/>
          </ac:spMkLst>
        </pc:spChg>
        <pc:spChg chg="add del">
          <ac:chgData name="Allen, JD" userId="b2e1ee89-1b61-48dc-8fc0-7339e325b9c1" providerId="ADAL" clId="{A62ED3CA-B2C3-472F-93DA-5781BE55223D}" dt="2026-03-18T01:27:54.708" v="412" actId="26606"/>
          <ac:spMkLst>
            <pc:docMk/>
            <pc:sldMk cId="622139619" sldId="260"/>
            <ac:spMk id="15" creationId="{3150CB11-0C61-439E-910F-5787759E72A0}"/>
          </ac:spMkLst>
        </pc:spChg>
        <pc:spChg chg="add del">
          <ac:chgData name="Allen, JD" userId="b2e1ee89-1b61-48dc-8fc0-7339e325b9c1" providerId="ADAL" clId="{A62ED3CA-B2C3-472F-93DA-5781BE55223D}" dt="2026-03-18T01:27:54.708" v="412" actId="26606"/>
          <ac:spMkLst>
            <pc:docMk/>
            <pc:sldMk cId="622139619" sldId="260"/>
            <ac:spMk id="17" creationId="{43F8A58B-5155-44CE-A5FF-7647B47D0A7A}"/>
          </ac:spMkLst>
        </pc:spChg>
        <pc:spChg chg="mod topLvl">
          <ac:chgData name="Allen, JD" userId="b2e1ee89-1b61-48dc-8fc0-7339e325b9c1" providerId="ADAL" clId="{A62ED3CA-B2C3-472F-93DA-5781BE55223D}" dt="2026-03-18T01:27:53.117" v="409" actId="165"/>
          <ac:spMkLst>
            <pc:docMk/>
            <pc:sldMk cId="622139619" sldId="260"/>
            <ac:spMk id="18" creationId="{2A332293-B919-F922-5B2B-FC340D1FCC51}"/>
          </ac:spMkLst>
        </pc:spChg>
        <pc:spChg chg="add del">
          <ac:chgData name="Allen, JD" userId="b2e1ee89-1b61-48dc-8fc0-7339e325b9c1" providerId="ADAL" clId="{A62ED3CA-B2C3-472F-93DA-5781BE55223D}" dt="2026-03-18T01:27:54.708" v="412" actId="26606"/>
          <ac:spMkLst>
            <pc:docMk/>
            <pc:sldMk cId="622139619" sldId="260"/>
            <ac:spMk id="19" creationId="{443F2ACA-E6D6-4028-82DD-F03C262D5DE6}"/>
          </ac:spMkLst>
        </pc:spChg>
        <pc:spChg chg="mod topLvl">
          <ac:chgData name="Allen, JD" userId="b2e1ee89-1b61-48dc-8fc0-7339e325b9c1" providerId="ADAL" clId="{A62ED3CA-B2C3-472F-93DA-5781BE55223D}" dt="2026-03-18T01:27:53.117" v="409" actId="165"/>
          <ac:spMkLst>
            <pc:docMk/>
            <pc:sldMk cId="622139619" sldId="260"/>
            <ac:spMk id="20" creationId="{F27E92C5-15EC-1E49-02D5-FED132BADCC0}"/>
          </ac:spMkLst>
        </pc:spChg>
        <pc:grpChg chg="add del mod">
          <ac:chgData name="Allen, JD" userId="b2e1ee89-1b61-48dc-8fc0-7339e325b9c1" providerId="ADAL" clId="{A62ED3CA-B2C3-472F-93DA-5781BE55223D}" dt="2026-03-18T01:27:56.855" v="413" actId="21"/>
          <ac:grpSpMkLst>
            <pc:docMk/>
            <pc:sldMk cId="622139619" sldId="260"/>
            <ac:grpSpMk id="4" creationId="{1B307509-F86C-8C99-3C03-F510C3BC0923}"/>
          </ac:grpSpMkLst>
        </pc:grpChg>
        <pc:grpChg chg="add del mod">
          <ac:chgData name="Allen, JD" userId="b2e1ee89-1b61-48dc-8fc0-7339e325b9c1" providerId="ADAL" clId="{A62ED3CA-B2C3-472F-93DA-5781BE55223D}" dt="2026-03-18T01:27:54.025" v="411" actId="14100"/>
          <ac:grpSpMkLst>
            <pc:docMk/>
            <pc:sldMk cId="622139619" sldId="260"/>
            <ac:grpSpMk id="12" creationId="{1B307509-F86C-8C99-3C03-F510C3BC0923}"/>
          </ac:grpSpMkLst>
        </pc:grpChg>
        <pc:graphicFrameChg chg="add del modGraphic">
          <ac:chgData name="Allen, JD" userId="b2e1ee89-1b61-48dc-8fc0-7339e325b9c1" providerId="ADAL" clId="{A62ED3CA-B2C3-472F-93DA-5781BE55223D}" dt="2026-03-18T01:27:54.708" v="412" actId="26606"/>
          <ac:graphicFrameMkLst>
            <pc:docMk/>
            <pc:sldMk cId="622139619" sldId="260"/>
            <ac:graphicFrameMk id="10" creationId="{AD8AE1E9-DCCF-E215-1F57-88AA3DECCD4B}"/>
          </ac:graphicFrameMkLst>
        </pc:graphicFrameChg>
        <pc:picChg chg="add mod">
          <ac:chgData name="Allen, JD" userId="b2e1ee89-1b61-48dc-8fc0-7339e325b9c1" providerId="ADAL" clId="{A62ED3CA-B2C3-472F-93DA-5781BE55223D}" dt="2026-03-18T01:24:35.679" v="398" actId="164"/>
          <ac:picMkLst>
            <pc:docMk/>
            <pc:sldMk cId="622139619" sldId="260"/>
            <ac:picMk id="5" creationId="{987C5314-FF9D-57F8-64C1-B3473581CE35}"/>
          </ac:picMkLst>
        </pc:picChg>
        <pc:picChg chg="add mod">
          <ac:chgData name="Allen, JD" userId="b2e1ee89-1b61-48dc-8fc0-7339e325b9c1" providerId="ADAL" clId="{A62ED3CA-B2C3-472F-93DA-5781BE55223D}" dt="2026-03-18T01:24:35.679" v="398" actId="164"/>
          <ac:picMkLst>
            <pc:docMk/>
            <pc:sldMk cId="622139619" sldId="260"/>
            <ac:picMk id="7" creationId="{DC223446-444E-0058-9752-A5FC65D63D1C}"/>
          </ac:picMkLst>
        </pc:picChg>
        <pc:picChg chg="mod topLvl">
          <ac:chgData name="Allen, JD" userId="b2e1ee89-1b61-48dc-8fc0-7339e325b9c1" providerId="ADAL" clId="{A62ED3CA-B2C3-472F-93DA-5781BE55223D}" dt="2026-03-18T01:27:53.117" v="409" actId="165"/>
          <ac:picMkLst>
            <pc:docMk/>
            <pc:sldMk cId="622139619" sldId="260"/>
            <ac:picMk id="14" creationId="{987C5314-FF9D-57F8-64C1-B3473581CE35}"/>
          </ac:picMkLst>
        </pc:picChg>
        <pc:picChg chg="mod topLvl">
          <ac:chgData name="Allen, JD" userId="b2e1ee89-1b61-48dc-8fc0-7339e325b9c1" providerId="ADAL" clId="{A62ED3CA-B2C3-472F-93DA-5781BE55223D}" dt="2026-03-18T01:27:53.117" v="409" actId="165"/>
          <ac:picMkLst>
            <pc:docMk/>
            <pc:sldMk cId="622139619" sldId="260"/>
            <ac:picMk id="16" creationId="{DC223446-444E-0058-9752-A5FC65D63D1C}"/>
          </ac:picMkLst>
        </pc:picChg>
      </pc:sldChg>
      <pc:sldChg chg="addSp delSp modSp new mod setBg">
        <pc:chgData name="Allen, JD" userId="b2e1ee89-1b61-48dc-8fc0-7339e325b9c1" providerId="ADAL" clId="{A62ED3CA-B2C3-472F-93DA-5781BE55223D}" dt="2026-03-18T01:23:42.879" v="393" actId="26606"/>
        <pc:sldMkLst>
          <pc:docMk/>
          <pc:sldMk cId="3211066559" sldId="261"/>
        </pc:sldMkLst>
        <pc:spChg chg="mod">
          <ac:chgData name="Allen, JD" userId="b2e1ee89-1b61-48dc-8fc0-7339e325b9c1" providerId="ADAL" clId="{A62ED3CA-B2C3-472F-93DA-5781BE55223D}" dt="2026-03-18T01:23:42.879" v="393" actId="26606"/>
          <ac:spMkLst>
            <pc:docMk/>
            <pc:sldMk cId="3211066559" sldId="261"/>
            <ac:spMk id="2" creationId="{B7507950-BE2E-37DA-BA5B-CCE9B2BBAFF1}"/>
          </ac:spMkLst>
        </pc:spChg>
        <pc:spChg chg="mod">
          <ac:chgData name="Allen, JD" userId="b2e1ee89-1b61-48dc-8fc0-7339e325b9c1" providerId="ADAL" clId="{A62ED3CA-B2C3-472F-93DA-5781BE55223D}" dt="2026-03-18T01:23:42.879" v="393" actId="26606"/>
          <ac:spMkLst>
            <pc:docMk/>
            <pc:sldMk cId="3211066559" sldId="261"/>
            <ac:spMk id="3" creationId="{497FE30A-B627-D2AA-56BB-259B3BF5F807}"/>
          </ac:spMkLst>
        </pc:spChg>
        <pc:spChg chg="add mod">
          <ac:chgData name="Allen, JD" userId="b2e1ee89-1b61-48dc-8fc0-7339e325b9c1" providerId="ADAL" clId="{A62ED3CA-B2C3-472F-93DA-5781BE55223D}" dt="2026-03-18T01:23:42.879" v="393" actId="26606"/>
          <ac:spMkLst>
            <pc:docMk/>
            <pc:sldMk cId="3211066559" sldId="261"/>
            <ac:spMk id="5" creationId="{98253E91-7351-D632-BAD9-3B58AC15499C}"/>
          </ac:spMkLst>
        </pc:spChg>
        <pc:spChg chg="add del">
          <ac:chgData name="Allen, JD" userId="b2e1ee89-1b61-48dc-8fc0-7339e325b9c1" providerId="ADAL" clId="{A62ED3CA-B2C3-472F-93DA-5781BE55223D}" dt="2026-03-18T01:23:14.961" v="384" actId="26606"/>
          <ac:spMkLst>
            <pc:docMk/>
            <pc:sldMk cId="3211066559" sldId="261"/>
            <ac:spMk id="10" creationId="{4C608BEB-860E-4094-8511-78603564A75E}"/>
          </ac:spMkLst>
        </pc:spChg>
        <pc:spChg chg="add del">
          <ac:chgData name="Allen, JD" userId="b2e1ee89-1b61-48dc-8fc0-7339e325b9c1" providerId="ADAL" clId="{A62ED3CA-B2C3-472F-93DA-5781BE55223D}" dt="2026-03-18T01:23:22.237" v="386" actId="26606"/>
          <ac:spMkLst>
            <pc:docMk/>
            <pc:sldMk cId="3211066559" sldId="261"/>
            <ac:spMk id="14" creationId="{4C5D6221-DA7B-4611-AA26-7D8E349FDE96}"/>
          </ac:spMkLst>
        </pc:spChg>
        <pc:spChg chg="add del">
          <ac:chgData name="Allen, JD" userId="b2e1ee89-1b61-48dc-8fc0-7339e325b9c1" providerId="ADAL" clId="{A62ED3CA-B2C3-472F-93DA-5781BE55223D}" dt="2026-03-18T01:23:22.237" v="386" actId="26606"/>
          <ac:spMkLst>
            <pc:docMk/>
            <pc:sldMk cId="3211066559" sldId="261"/>
            <ac:spMk id="15" creationId="{E35A04CF-97D4-4FF7-B359-C546B1F62E54}"/>
          </ac:spMkLst>
        </pc:spChg>
        <pc:spChg chg="add del">
          <ac:chgData name="Allen, JD" userId="b2e1ee89-1b61-48dc-8fc0-7339e325b9c1" providerId="ADAL" clId="{A62ED3CA-B2C3-472F-93DA-5781BE55223D}" dt="2026-03-18T01:23:22.237" v="386" actId="26606"/>
          <ac:spMkLst>
            <pc:docMk/>
            <pc:sldMk cId="3211066559" sldId="261"/>
            <ac:spMk id="16" creationId="{1DE7243B-5109-444B-8FAF-7437C66BC0E9}"/>
          </ac:spMkLst>
        </pc:spChg>
        <pc:spChg chg="add del">
          <ac:chgData name="Allen, JD" userId="b2e1ee89-1b61-48dc-8fc0-7339e325b9c1" providerId="ADAL" clId="{A62ED3CA-B2C3-472F-93DA-5781BE55223D}" dt="2026-03-18T01:23:28.215" v="388" actId="26606"/>
          <ac:spMkLst>
            <pc:docMk/>
            <pc:sldMk cId="3211066559" sldId="261"/>
            <ac:spMk id="18" creationId="{A5AD6500-BB62-4AAC-9D2F-C10DDC90CBB1}"/>
          </ac:spMkLst>
        </pc:spChg>
        <pc:spChg chg="add del">
          <ac:chgData name="Allen, JD" userId="b2e1ee89-1b61-48dc-8fc0-7339e325b9c1" providerId="ADAL" clId="{A62ED3CA-B2C3-472F-93DA-5781BE55223D}" dt="2026-03-18T01:23:28.215" v="388" actId="26606"/>
          <ac:spMkLst>
            <pc:docMk/>
            <pc:sldMk cId="3211066559" sldId="261"/>
            <ac:spMk id="19" creationId="{9F7D788E-2C1B-4EF4-8719-12613771FF98}"/>
          </ac:spMkLst>
        </pc:spChg>
        <pc:spChg chg="add del">
          <ac:chgData name="Allen, JD" userId="b2e1ee89-1b61-48dc-8fc0-7339e325b9c1" providerId="ADAL" clId="{A62ED3CA-B2C3-472F-93DA-5781BE55223D}" dt="2026-03-18T01:23:28.215" v="388" actId="26606"/>
          <ac:spMkLst>
            <pc:docMk/>
            <pc:sldMk cId="3211066559" sldId="261"/>
            <ac:spMk id="20" creationId="{7C54E824-C0F4-480B-BC88-689F50C45FBD}"/>
          </ac:spMkLst>
        </pc:spChg>
        <pc:spChg chg="add del">
          <ac:chgData name="Allen, JD" userId="b2e1ee89-1b61-48dc-8fc0-7339e325b9c1" providerId="ADAL" clId="{A62ED3CA-B2C3-472F-93DA-5781BE55223D}" dt="2026-03-18T01:23:28.215" v="388" actId="26606"/>
          <ac:spMkLst>
            <pc:docMk/>
            <pc:sldMk cId="3211066559" sldId="261"/>
            <ac:spMk id="21" creationId="{58DEA6A1-FC5C-4E6E-BBBF-7E472949B394}"/>
          </ac:spMkLst>
        </pc:spChg>
        <pc:spChg chg="add del">
          <ac:chgData name="Allen, JD" userId="b2e1ee89-1b61-48dc-8fc0-7339e325b9c1" providerId="ADAL" clId="{A62ED3CA-B2C3-472F-93DA-5781BE55223D}" dt="2026-03-18T01:23:28.215" v="388" actId="26606"/>
          <ac:spMkLst>
            <pc:docMk/>
            <pc:sldMk cId="3211066559" sldId="261"/>
            <ac:spMk id="22" creationId="{96AAAC3B-1954-46B7-BBAC-27DFF5B5295F}"/>
          </ac:spMkLst>
        </pc:spChg>
        <pc:spChg chg="add del">
          <ac:chgData name="Allen, JD" userId="b2e1ee89-1b61-48dc-8fc0-7339e325b9c1" providerId="ADAL" clId="{A62ED3CA-B2C3-472F-93DA-5781BE55223D}" dt="2026-03-18T01:23:40.764" v="390" actId="26606"/>
          <ac:spMkLst>
            <pc:docMk/>
            <pc:sldMk cId="3211066559" sldId="261"/>
            <ac:spMk id="24" creationId="{428D436F-9ACD-4C92-AFC8-C934C527A6A4}"/>
          </ac:spMkLst>
        </pc:spChg>
        <pc:spChg chg="add del">
          <ac:chgData name="Allen, JD" userId="b2e1ee89-1b61-48dc-8fc0-7339e325b9c1" providerId="ADAL" clId="{A62ED3CA-B2C3-472F-93DA-5781BE55223D}" dt="2026-03-18T01:23:40.764" v="390" actId="26606"/>
          <ac:spMkLst>
            <pc:docMk/>
            <pc:sldMk cId="3211066559" sldId="261"/>
            <ac:spMk id="25" creationId="{090538E0-A884-4E60-A6AB-77D830E2FCED}"/>
          </ac:spMkLst>
        </pc:spChg>
        <pc:spChg chg="add del">
          <ac:chgData name="Allen, JD" userId="b2e1ee89-1b61-48dc-8fc0-7339e325b9c1" providerId="ADAL" clId="{A62ED3CA-B2C3-472F-93DA-5781BE55223D}" dt="2026-03-18T01:23:40.764" v="390" actId="26606"/>
          <ac:spMkLst>
            <pc:docMk/>
            <pc:sldMk cId="3211066559" sldId="261"/>
            <ac:spMk id="26" creationId="{DB0D7DD0-1C67-4D4C-9E06-678233DB8468}"/>
          </ac:spMkLst>
        </pc:spChg>
        <pc:spChg chg="add del">
          <ac:chgData name="Allen, JD" userId="b2e1ee89-1b61-48dc-8fc0-7339e325b9c1" providerId="ADAL" clId="{A62ED3CA-B2C3-472F-93DA-5781BE55223D}" dt="2026-03-18T01:23:42.870" v="392" actId="26606"/>
          <ac:spMkLst>
            <pc:docMk/>
            <pc:sldMk cId="3211066559" sldId="261"/>
            <ac:spMk id="28" creationId="{B36F400F-DF28-43BC-8D8E-4929793B392A}"/>
          </ac:spMkLst>
        </pc:spChg>
        <pc:spChg chg="add">
          <ac:chgData name="Allen, JD" userId="b2e1ee89-1b61-48dc-8fc0-7339e325b9c1" providerId="ADAL" clId="{A62ED3CA-B2C3-472F-93DA-5781BE55223D}" dt="2026-03-18T01:23:42.879" v="393" actId="26606"/>
          <ac:spMkLst>
            <pc:docMk/>
            <pc:sldMk cId="3211066559" sldId="261"/>
            <ac:spMk id="30" creationId="{428D436F-9ACD-4C92-AFC8-C934C527A6A4}"/>
          </ac:spMkLst>
        </pc:spChg>
        <pc:spChg chg="add">
          <ac:chgData name="Allen, JD" userId="b2e1ee89-1b61-48dc-8fc0-7339e325b9c1" providerId="ADAL" clId="{A62ED3CA-B2C3-472F-93DA-5781BE55223D}" dt="2026-03-18T01:23:42.879" v="393" actId="26606"/>
          <ac:spMkLst>
            <pc:docMk/>
            <pc:sldMk cId="3211066559" sldId="261"/>
            <ac:spMk id="31" creationId="{090538E0-A884-4E60-A6AB-77D830E2FCED}"/>
          </ac:spMkLst>
        </pc:spChg>
        <pc:spChg chg="add">
          <ac:chgData name="Allen, JD" userId="b2e1ee89-1b61-48dc-8fc0-7339e325b9c1" providerId="ADAL" clId="{A62ED3CA-B2C3-472F-93DA-5781BE55223D}" dt="2026-03-18T01:23:42.879" v="393" actId="26606"/>
          <ac:spMkLst>
            <pc:docMk/>
            <pc:sldMk cId="3211066559" sldId="261"/>
            <ac:spMk id="32" creationId="{DB0D7DD0-1C67-4D4C-9E06-678233DB8468}"/>
          </ac:spMkLst>
        </pc:spChg>
        <pc:cxnChg chg="add del">
          <ac:chgData name="Allen, JD" userId="b2e1ee89-1b61-48dc-8fc0-7339e325b9c1" providerId="ADAL" clId="{A62ED3CA-B2C3-472F-93DA-5781BE55223D}" dt="2026-03-18T01:23:14.961" v="384" actId="26606"/>
          <ac:cxnSpMkLst>
            <pc:docMk/>
            <pc:sldMk cId="3211066559" sldId="261"/>
            <ac:cxnSpMk id="12" creationId="{1F16A8D4-FE87-4604-88B2-394B5D1EB437}"/>
          </ac:cxnSpMkLst>
        </pc:cxnChg>
      </pc:sldChg>
      <pc:sldChg chg="addSp modSp new mod setBg">
        <pc:chgData name="Allen, JD" userId="b2e1ee89-1b61-48dc-8fc0-7339e325b9c1" providerId="ADAL" clId="{A62ED3CA-B2C3-472F-93DA-5781BE55223D}" dt="2026-03-18T01:23:54.769" v="394" actId="26606"/>
        <pc:sldMkLst>
          <pc:docMk/>
          <pc:sldMk cId="3170908061" sldId="262"/>
        </pc:sldMkLst>
        <pc:spChg chg="mod">
          <ac:chgData name="Allen, JD" userId="b2e1ee89-1b61-48dc-8fc0-7339e325b9c1" providerId="ADAL" clId="{A62ED3CA-B2C3-472F-93DA-5781BE55223D}" dt="2026-03-18T01:23:54.769" v="394" actId="26606"/>
          <ac:spMkLst>
            <pc:docMk/>
            <pc:sldMk cId="3170908061" sldId="262"/>
            <ac:spMk id="2" creationId="{117FD950-30B8-BFEA-C459-F41748A2F5C0}"/>
          </ac:spMkLst>
        </pc:spChg>
        <pc:spChg chg="mod">
          <ac:chgData name="Allen, JD" userId="b2e1ee89-1b61-48dc-8fc0-7339e325b9c1" providerId="ADAL" clId="{A62ED3CA-B2C3-472F-93DA-5781BE55223D}" dt="2026-03-18T01:23:54.769" v="394" actId="26606"/>
          <ac:spMkLst>
            <pc:docMk/>
            <pc:sldMk cId="3170908061" sldId="262"/>
            <ac:spMk id="3" creationId="{46C4AB5E-FE84-8884-C856-5D9925C2297A}"/>
          </ac:spMkLst>
        </pc:spChg>
        <pc:spChg chg="add mod">
          <ac:chgData name="Allen, JD" userId="b2e1ee89-1b61-48dc-8fc0-7339e325b9c1" providerId="ADAL" clId="{A62ED3CA-B2C3-472F-93DA-5781BE55223D}" dt="2026-03-18T01:23:54.769" v="394" actId="26606"/>
          <ac:spMkLst>
            <pc:docMk/>
            <pc:sldMk cId="3170908061" sldId="262"/>
            <ac:spMk id="5" creationId="{60FAAE81-69F0-5114-241B-639CBC26BB9B}"/>
          </ac:spMkLst>
        </pc:spChg>
        <pc:spChg chg="add">
          <ac:chgData name="Allen, JD" userId="b2e1ee89-1b61-48dc-8fc0-7339e325b9c1" providerId="ADAL" clId="{A62ED3CA-B2C3-472F-93DA-5781BE55223D}" dt="2026-03-18T01:23:54.769" v="394" actId="26606"/>
          <ac:spMkLst>
            <pc:docMk/>
            <pc:sldMk cId="3170908061" sldId="262"/>
            <ac:spMk id="10" creationId="{428D436F-9ACD-4C92-AFC8-C934C527A6A4}"/>
          </ac:spMkLst>
        </pc:spChg>
        <pc:spChg chg="add">
          <ac:chgData name="Allen, JD" userId="b2e1ee89-1b61-48dc-8fc0-7339e325b9c1" providerId="ADAL" clId="{A62ED3CA-B2C3-472F-93DA-5781BE55223D}" dt="2026-03-18T01:23:54.769" v="394" actId="26606"/>
          <ac:spMkLst>
            <pc:docMk/>
            <pc:sldMk cId="3170908061" sldId="262"/>
            <ac:spMk id="12" creationId="{090538E0-A884-4E60-A6AB-77D830E2FCED}"/>
          </ac:spMkLst>
        </pc:spChg>
        <pc:spChg chg="add">
          <ac:chgData name="Allen, JD" userId="b2e1ee89-1b61-48dc-8fc0-7339e325b9c1" providerId="ADAL" clId="{A62ED3CA-B2C3-472F-93DA-5781BE55223D}" dt="2026-03-18T01:23:54.769" v="394" actId="26606"/>
          <ac:spMkLst>
            <pc:docMk/>
            <pc:sldMk cId="3170908061" sldId="262"/>
            <ac:spMk id="14" creationId="{DB0D7DD0-1C67-4D4C-9E06-678233DB8468}"/>
          </ac:spMkLst>
        </pc:spChg>
      </pc:sldChg>
      <pc:sldChg chg="addSp delSp modSp new mod setBg">
        <pc:chgData name="Allen, JD" userId="b2e1ee89-1b61-48dc-8fc0-7339e325b9c1" providerId="ADAL" clId="{A62ED3CA-B2C3-472F-93DA-5781BE55223D}" dt="2026-03-18T01:23:59.926" v="395" actId="26606"/>
        <pc:sldMkLst>
          <pc:docMk/>
          <pc:sldMk cId="617922810" sldId="263"/>
        </pc:sldMkLst>
        <pc:spChg chg="mod">
          <ac:chgData name="Allen, JD" userId="b2e1ee89-1b61-48dc-8fc0-7339e325b9c1" providerId="ADAL" clId="{A62ED3CA-B2C3-472F-93DA-5781BE55223D}" dt="2026-03-18T01:23:59.926" v="395" actId="26606"/>
          <ac:spMkLst>
            <pc:docMk/>
            <pc:sldMk cId="617922810" sldId="263"/>
            <ac:spMk id="2" creationId="{2DA08A84-F3DC-7901-7253-4F252E0B115C}"/>
          </ac:spMkLst>
        </pc:spChg>
        <pc:spChg chg="mod">
          <ac:chgData name="Allen, JD" userId="b2e1ee89-1b61-48dc-8fc0-7339e325b9c1" providerId="ADAL" clId="{A62ED3CA-B2C3-472F-93DA-5781BE55223D}" dt="2026-03-18T01:23:59.926" v="395" actId="26606"/>
          <ac:spMkLst>
            <pc:docMk/>
            <pc:sldMk cId="617922810" sldId="263"/>
            <ac:spMk id="3" creationId="{93A0E0C7-F611-3543-5025-FB6A0002FAA4}"/>
          </ac:spMkLst>
        </pc:spChg>
        <pc:spChg chg="add del">
          <ac:chgData name="Allen, JD" userId="b2e1ee89-1b61-48dc-8fc0-7339e325b9c1" providerId="ADAL" clId="{A62ED3CA-B2C3-472F-93DA-5781BE55223D}" dt="2026-03-17T02:36:30.313" v="295" actId="22"/>
          <ac:spMkLst>
            <pc:docMk/>
            <pc:sldMk cId="617922810" sldId="263"/>
            <ac:spMk id="5" creationId="{9F78545B-32DC-C8E4-9713-30BB9D9D04DD}"/>
          </ac:spMkLst>
        </pc:spChg>
        <pc:spChg chg="add mod">
          <ac:chgData name="Allen, JD" userId="b2e1ee89-1b61-48dc-8fc0-7339e325b9c1" providerId="ADAL" clId="{A62ED3CA-B2C3-472F-93DA-5781BE55223D}" dt="2026-03-18T01:23:59.926" v="395" actId="26606"/>
          <ac:spMkLst>
            <pc:docMk/>
            <pc:sldMk cId="617922810" sldId="263"/>
            <ac:spMk id="7" creationId="{4207C974-5767-9111-9C03-2E099A97BFF6}"/>
          </ac:spMkLst>
        </pc:spChg>
        <pc:spChg chg="add">
          <ac:chgData name="Allen, JD" userId="b2e1ee89-1b61-48dc-8fc0-7339e325b9c1" providerId="ADAL" clId="{A62ED3CA-B2C3-472F-93DA-5781BE55223D}" dt="2026-03-18T01:23:59.926" v="395" actId="26606"/>
          <ac:spMkLst>
            <pc:docMk/>
            <pc:sldMk cId="617922810" sldId="263"/>
            <ac:spMk id="12" creationId="{428D436F-9ACD-4C92-AFC8-C934C527A6A4}"/>
          </ac:spMkLst>
        </pc:spChg>
        <pc:spChg chg="add">
          <ac:chgData name="Allen, JD" userId="b2e1ee89-1b61-48dc-8fc0-7339e325b9c1" providerId="ADAL" clId="{A62ED3CA-B2C3-472F-93DA-5781BE55223D}" dt="2026-03-18T01:23:59.926" v="395" actId="26606"/>
          <ac:spMkLst>
            <pc:docMk/>
            <pc:sldMk cId="617922810" sldId="263"/>
            <ac:spMk id="14" creationId="{090538E0-A884-4E60-A6AB-77D830E2FCED}"/>
          </ac:spMkLst>
        </pc:spChg>
        <pc:spChg chg="add">
          <ac:chgData name="Allen, JD" userId="b2e1ee89-1b61-48dc-8fc0-7339e325b9c1" providerId="ADAL" clId="{A62ED3CA-B2C3-472F-93DA-5781BE55223D}" dt="2026-03-18T01:23:59.926" v="395" actId="26606"/>
          <ac:spMkLst>
            <pc:docMk/>
            <pc:sldMk cId="617922810" sldId="263"/>
            <ac:spMk id="16" creationId="{DB0D7DD0-1C67-4D4C-9E06-678233DB8468}"/>
          </ac:spMkLst>
        </pc:spChg>
      </pc:sldChg>
      <pc:sldChg chg="addSp modSp new mod setBg">
        <pc:chgData name="Allen, JD" userId="b2e1ee89-1b61-48dc-8fc0-7339e325b9c1" providerId="ADAL" clId="{A62ED3CA-B2C3-472F-93DA-5781BE55223D}" dt="2026-03-18T01:24:06.795" v="396" actId="26606"/>
        <pc:sldMkLst>
          <pc:docMk/>
          <pc:sldMk cId="3242844672" sldId="264"/>
        </pc:sldMkLst>
        <pc:spChg chg="mod">
          <ac:chgData name="Allen, JD" userId="b2e1ee89-1b61-48dc-8fc0-7339e325b9c1" providerId="ADAL" clId="{A62ED3CA-B2C3-472F-93DA-5781BE55223D}" dt="2026-03-18T01:24:06.795" v="396" actId="26606"/>
          <ac:spMkLst>
            <pc:docMk/>
            <pc:sldMk cId="3242844672" sldId="264"/>
            <ac:spMk id="2" creationId="{1D6799D6-DFCB-2AA1-3A08-6136C6160D0D}"/>
          </ac:spMkLst>
        </pc:spChg>
        <pc:spChg chg="mod">
          <ac:chgData name="Allen, JD" userId="b2e1ee89-1b61-48dc-8fc0-7339e325b9c1" providerId="ADAL" clId="{A62ED3CA-B2C3-472F-93DA-5781BE55223D}" dt="2026-03-18T01:24:06.795" v="396" actId="26606"/>
          <ac:spMkLst>
            <pc:docMk/>
            <pc:sldMk cId="3242844672" sldId="264"/>
            <ac:spMk id="3" creationId="{E9911759-0FF2-31BC-9851-A61DC7CF3FE6}"/>
          </ac:spMkLst>
        </pc:spChg>
        <pc:spChg chg="add mod">
          <ac:chgData name="Allen, JD" userId="b2e1ee89-1b61-48dc-8fc0-7339e325b9c1" providerId="ADAL" clId="{A62ED3CA-B2C3-472F-93DA-5781BE55223D}" dt="2026-03-18T01:24:06.795" v="396" actId="26606"/>
          <ac:spMkLst>
            <pc:docMk/>
            <pc:sldMk cId="3242844672" sldId="264"/>
            <ac:spMk id="5" creationId="{FE3C77CA-DA80-699A-578E-19238553B6C2}"/>
          </ac:spMkLst>
        </pc:spChg>
        <pc:spChg chg="add">
          <ac:chgData name="Allen, JD" userId="b2e1ee89-1b61-48dc-8fc0-7339e325b9c1" providerId="ADAL" clId="{A62ED3CA-B2C3-472F-93DA-5781BE55223D}" dt="2026-03-18T01:24:06.795" v="396" actId="26606"/>
          <ac:spMkLst>
            <pc:docMk/>
            <pc:sldMk cId="3242844672" sldId="264"/>
            <ac:spMk id="10" creationId="{428D436F-9ACD-4C92-AFC8-C934C527A6A4}"/>
          </ac:spMkLst>
        </pc:spChg>
        <pc:spChg chg="add">
          <ac:chgData name="Allen, JD" userId="b2e1ee89-1b61-48dc-8fc0-7339e325b9c1" providerId="ADAL" clId="{A62ED3CA-B2C3-472F-93DA-5781BE55223D}" dt="2026-03-18T01:24:06.795" v="396" actId="26606"/>
          <ac:spMkLst>
            <pc:docMk/>
            <pc:sldMk cId="3242844672" sldId="264"/>
            <ac:spMk id="12" creationId="{090538E0-A884-4E60-A6AB-77D830E2FCED}"/>
          </ac:spMkLst>
        </pc:spChg>
        <pc:spChg chg="add">
          <ac:chgData name="Allen, JD" userId="b2e1ee89-1b61-48dc-8fc0-7339e325b9c1" providerId="ADAL" clId="{A62ED3CA-B2C3-472F-93DA-5781BE55223D}" dt="2026-03-18T01:24:06.795" v="396" actId="26606"/>
          <ac:spMkLst>
            <pc:docMk/>
            <pc:sldMk cId="3242844672" sldId="264"/>
            <ac:spMk id="14" creationId="{DB0D7DD0-1C67-4D4C-9E06-678233DB8468}"/>
          </ac:spMkLst>
        </pc:spChg>
      </pc:sldChg>
      <pc:sldChg chg="addSp delSp modSp new mod setBg">
        <pc:chgData name="Allen, JD" userId="b2e1ee89-1b61-48dc-8fc0-7339e325b9c1" providerId="ADAL" clId="{A62ED3CA-B2C3-472F-93DA-5781BE55223D}" dt="2026-03-18T01:24:19.632" v="397" actId="26606"/>
        <pc:sldMkLst>
          <pc:docMk/>
          <pc:sldMk cId="2535702245" sldId="265"/>
        </pc:sldMkLst>
        <pc:spChg chg="mod">
          <ac:chgData name="Allen, JD" userId="b2e1ee89-1b61-48dc-8fc0-7339e325b9c1" providerId="ADAL" clId="{A62ED3CA-B2C3-472F-93DA-5781BE55223D}" dt="2026-03-18T01:24:19.632" v="397" actId="26606"/>
          <ac:spMkLst>
            <pc:docMk/>
            <pc:sldMk cId="2535702245" sldId="265"/>
            <ac:spMk id="2" creationId="{1872B62B-F936-A414-4218-8BF02B4A7542}"/>
          </ac:spMkLst>
        </pc:spChg>
        <pc:spChg chg="mod">
          <ac:chgData name="Allen, JD" userId="b2e1ee89-1b61-48dc-8fc0-7339e325b9c1" providerId="ADAL" clId="{A62ED3CA-B2C3-472F-93DA-5781BE55223D}" dt="2026-03-18T01:24:19.632" v="397" actId="26606"/>
          <ac:spMkLst>
            <pc:docMk/>
            <pc:sldMk cId="2535702245" sldId="265"/>
            <ac:spMk id="3" creationId="{CB327304-44D3-A98C-85E7-DA3BF4A01008}"/>
          </ac:spMkLst>
        </pc:spChg>
        <pc:spChg chg="add del">
          <ac:chgData name="Allen, JD" userId="b2e1ee89-1b61-48dc-8fc0-7339e325b9c1" providerId="ADAL" clId="{A62ED3CA-B2C3-472F-93DA-5781BE55223D}" dt="2026-03-17T02:38:34.141" v="313" actId="22"/>
          <ac:spMkLst>
            <pc:docMk/>
            <pc:sldMk cId="2535702245" sldId="265"/>
            <ac:spMk id="5" creationId="{7BA7664C-488A-EC59-8485-16CA71353894}"/>
          </ac:spMkLst>
        </pc:spChg>
        <pc:spChg chg="add mod">
          <ac:chgData name="Allen, JD" userId="b2e1ee89-1b61-48dc-8fc0-7339e325b9c1" providerId="ADAL" clId="{A62ED3CA-B2C3-472F-93DA-5781BE55223D}" dt="2026-03-18T01:24:19.632" v="397" actId="26606"/>
          <ac:spMkLst>
            <pc:docMk/>
            <pc:sldMk cId="2535702245" sldId="265"/>
            <ac:spMk id="7" creationId="{260948BF-FF38-8296-BB61-ECB93D0F37A7}"/>
          </ac:spMkLst>
        </pc:spChg>
        <pc:spChg chg="add">
          <ac:chgData name="Allen, JD" userId="b2e1ee89-1b61-48dc-8fc0-7339e325b9c1" providerId="ADAL" clId="{A62ED3CA-B2C3-472F-93DA-5781BE55223D}" dt="2026-03-18T01:24:19.632" v="397" actId="26606"/>
          <ac:spMkLst>
            <pc:docMk/>
            <pc:sldMk cId="2535702245" sldId="265"/>
            <ac:spMk id="12" creationId="{E35A04CF-97D4-4FF7-B359-C546B1F62E54}"/>
          </ac:spMkLst>
        </pc:spChg>
        <pc:spChg chg="add">
          <ac:chgData name="Allen, JD" userId="b2e1ee89-1b61-48dc-8fc0-7339e325b9c1" providerId="ADAL" clId="{A62ED3CA-B2C3-472F-93DA-5781BE55223D}" dt="2026-03-18T01:24:19.632" v="397" actId="26606"/>
          <ac:spMkLst>
            <pc:docMk/>
            <pc:sldMk cId="2535702245" sldId="265"/>
            <ac:spMk id="14" creationId="{1DE7243B-5109-444B-8FAF-7437C66BC0E9}"/>
          </ac:spMkLst>
        </pc:spChg>
        <pc:spChg chg="add">
          <ac:chgData name="Allen, JD" userId="b2e1ee89-1b61-48dc-8fc0-7339e325b9c1" providerId="ADAL" clId="{A62ED3CA-B2C3-472F-93DA-5781BE55223D}" dt="2026-03-18T01:24:19.632" v="397" actId="26606"/>
          <ac:spMkLst>
            <pc:docMk/>
            <pc:sldMk cId="2535702245" sldId="265"/>
            <ac:spMk id="16" creationId="{4C5D6221-DA7B-4611-AA26-7D8E349FDE96}"/>
          </ac:spMkLst>
        </pc:spChg>
      </pc:sldChg>
      <pc:sldChg chg="addSp delSp modSp new mod">
        <pc:chgData name="Allen, JD" userId="b2e1ee89-1b61-48dc-8fc0-7339e325b9c1" providerId="ADAL" clId="{A62ED3CA-B2C3-472F-93DA-5781BE55223D}" dt="2026-03-18T02:12:53.119" v="612" actId="20577"/>
        <pc:sldMkLst>
          <pc:docMk/>
          <pc:sldMk cId="3116468494" sldId="266"/>
        </pc:sldMkLst>
        <pc:spChg chg="mod">
          <ac:chgData name="Allen, JD" userId="b2e1ee89-1b61-48dc-8fc0-7339e325b9c1" providerId="ADAL" clId="{A62ED3CA-B2C3-472F-93DA-5781BE55223D}" dt="2026-03-17T02:40:17.493" v="353"/>
          <ac:spMkLst>
            <pc:docMk/>
            <pc:sldMk cId="3116468494" sldId="266"/>
            <ac:spMk id="2" creationId="{52BB516B-BB02-026A-4309-FEB1AD2827B2}"/>
          </ac:spMkLst>
        </pc:spChg>
        <pc:spChg chg="del">
          <ac:chgData name="Allen, JD" userId="b2e1ee89-1b61-48dc-8fc0-7339e325b9c1" providerId="ADAL" clId="{A62ED3CA-B2C3-472F-93DA-5781BE55223D}" dt="2026-03-17T02:40:22.725" v="354" actId="478"/>
          <ac:spMkLst>
            <pc:docMk/>
            <pc:sldMk cId="3116468494" sldId="266"/>
            <ac:spMk id="3" creationId="{B44C04A1-7998-DFAC-E1BA-2579BEEF838D}"/>
          </ac:spMkLst>
        </pc:spChg>
        <pc:spChg chg="add mod">
          <ac:chgData name="Allen, JD" userId="b2e1ee89-1b61-48dc-8fc0-7339e325b9c1" providerId="ADAL" clId="{A62ED3CA-B2C3-472F-93DA-5781BE55223D}" dt="2026-03-17T02:40:31.322" v="356"/>
          <ac:spMkLst>
            <pc:docMk/>
            <pc:sldMk cId="3116468494" sldId="266"/>
            <ac:spMk id="4" creationId="{2D633F08-8BA7-1F1A-CE34-292FBAF15104}"/>
          </ac:spMkLst>
        </pc:spChg>
        <pc:spChg chg="add mod">
          <ac:chgData name="Allen, JD" userId="b2e1ee89-1b61-48dc-8fc0-7339e325b9c1" providerId="ADAL" clId="{A62ED3CA-B2C3-472F-93DA-5781BE55223D}" dt="2026-03-17T02:40:31.322" v="356"/>
          <ac:spMkLst>
            <pc:docMk/>
            <pc:sldMk cId="3116468494" sldId="266"/>
            <ac:spMk id="5" creationId="{B05CD69B-BB76-55CA-ED45-46A3FBD4F81F}"/>
          </ac:spMkLst>
        </pc:spChg>
        <pc:spChg chg="add mod">
          <ac:chgData name="Allen, JD" userId="b2e1ee89-1b61-48dc-8fc0-7339e325b9c1" providerId="ADAL" clId="{A62ED3CA-B2C3-472F-93DA-5781BE55223D}" dt="2026-03-17T02:40:31.322" v="356"/>
          <ac:spMkLst>
            <pc:docMk/>
            <pc:sldMk cId="3116468494" sldId="266"/>
            <ac:spMk id="6" creationId="{7B7954E6-CB2F-791C-0BC4-041076289C63}"/>
          </ac:spMkLst>
        </pc:spChg>
        <pc:spChg chg="add mod">
          <ac:chgData name="Allen, JD" userId="b2e1ee89-1b61-48dc-8fc0-7339e325b9c1" providerId="ADAL" clId="{A62ED3CA-B2C3-472F-93DA-5781BE55223D}" dt="2026-03-17T02:40:31.322" v="356"/>
          <ac:spMkLst>
            <pc:docMk/>
            <pc:sldMk cId="3116468494" sldId="266"/>
            <ac:spMk id="7" creationId="{ABCAE497-21BD-ADFB-A825-21321A1170D5}"/>
          </ac:spMkLst>
        </pc:spChg>
        <pc:spChg chg="add mod">
          <ac:chgData name="Allen, JD" userId="b2e1ee89-1b61-48dc-8fc0-7339e325b9c1" providerId="ADAL" clId="{A62ED3CA-B2C3-472F-93DA-5781BE55223D}" dt="2026-03-17T02:40:31.322" v="356"/>
          <ac:spMkLst>
            <pc:docMk/>
            <pc:sldMk cId="3116468494" sldId="266"/>
            <ac:spMk id="8" creationId="{37E66ABB-0C48-55A4-F23F-59CC93DE45E1}"/>
          </ac:spMkLst>
        </pc:spChg>
        <pc:spChg chg="add mod">
          <ac:chgData name="Allen, JD" userId="b2e1ee89-1b61-48dc-8fc0-7339e325b9c1" providerId="ADAL" clId="{A62ED3CA-B2C3-472F-93DA-5781BE55223D}" dt="2026-03-17T02:40:31.322" v="356"/>
          <ac:spMkLst>
            <pc:docMk/>
            <pc:sldMk cId="3116468494" sldId="266"/>
            <ac:spMk id="9" creationId="{34D16D1C-7C95-41AB-7D7F-D9F5BAF5BDEE}"/>
          </ac:spMkLst>
        </pc:spChg>
        <pc:spChg chg="add mod">
          <ac:chgData name="Allen, JD" userId="b2e1ee89-1b61-48dc-8fc0-7339e325b9c1" providerId="ADAL" clId="{A62ED3CA-B2C3-472F-93DA-5781BE55223D}" dt="2026-03-18T01:42:16.300" v="505" actId="108"/>
          <ac:spMkLst>
            <pc:docMk/>
            <pc:sldMk cId="3116468494" sldId="266"/>
            <ac:spMk id="14" creationId="{492DA6BE-AEE5-49CB-B36F-415A526C3C4A}"/>
          </ac:spMkLst>
        </pc:spChg>
        <pc:spChg chg="add mod">
          <ac:chgData name="Allen, JD" userId="b2e1ee89-1b61-48dc-8fc0-7339e325b9c1" providerId="ADAL" clId="{A62ED3CA-B2C3-472F-93DA-5781BE55223D}" dt="2026-03-18T02:12:53.119" v="612" actId="20577"/>
          <ac:spMkLst>
            <pc:docMk/>
            <pc:sldMk cId="3116468494" sldId="266"/>
            <ac:spMk id="17" creationId="{6CC235AC-FBB8-307F-B7A4-9D97D3C059A5}"/>
          </ac:spMkLst>
        </pc:spChg>
        <pc:spChg chg="add mod">
          <ac:chgData name="Allen, JD" userId="b2e1ee89-1b61-48dc-8fc0-7339e325b9c1" providerId="ADAL" clId="{A62ED3CA-B2C3-472F-93DA-5781BE55223D}" dt="2026-03-18T02:07:13.891" v="556" actId="14100"/>
          <ac:spMkLst>
            <pc:docMk/>
            <pc:sldMk cId="3116468494" sldId="266"/>
            <ac:spMk id="20" creationId="{7BB7F112-6356-9D0E-FC48-CC04DB5EC877}"/>
          </ac:spMkLst>
        </pc:spChg>
        <pc:spChg chg="add mod">
          <ac:chgData name="Allen, JD" userId="b2e1ee89-1b61-48dc-8fc0-7339e325b9c1" providerId="ADAL" clId="{A62ED3CA-B2C3-472F-93DA-5781BE55223D}" dt="2026-03-18T02:07:19.491" v="571" actId="1035"/>
          <ac:spMkLst>
            <pc:docMk/>
            <pc:sldMk cId="3116468494" sldId="266"/>
            <ac:spMk id="23" creationId="{1D956FC8-514E-F339-E7E9-6469D4FA0083}"/>
          </ac:spMkLst>
        </pc:spChg>
        <pc:spChg chg="add mod">
          <ac:chgData name="Allen, JD" userId="b2e1ee89-1b61-48dc-8fc0-7339e325b9c1" providerId="ADAL" clId="{A62ED3CA-B2C3-472F-93DA-5781BE55223D}" dt="2026-03-18T01:41:19.493" v="497" actId="1076"/>
          <ac:spMkLst>
            <pc:docMk/>
            <pc:sldMk cId="3116468494" sldId="266"/>
            <ac:spMk id="25" creationId="{CC3E2B12-C1CF-CFB4-9485-B3E36ED63EDF}"/>
          </ac:spMkLst>
        </pc:spChg>
        <pc:spChg chg="add mod">
          <ac:chgData name="Allen, JD" userId="b2e1ee89-1b61-48dc-8fc0-7339e325b9c1" providerId="ADAL" clId="{A62ED3CA-B2C3-472F-93DA-5781BE55223D}" dt="2026-03-18T01:45:56.830" v="544" actId="6549"/>
          <ac:spMkLst>
            <pc:docMk/>
            <pc:sldMk cId="3116468494" sldId="266"/>
            <ac:spMk id="26" creationId="{DF82186E-257E-6BBD-8975-437153594E91}"/>
          </ac:spMkLst>
        </pc:spChg>
        <pc:spChg chg="add mod">
          <ac:chgData name="Allen, JD" userId="b2e1ee89-1b61-48dc-8fc0-7339e325b9c1" providerId="ADAL" clId="{A62ED3CA-B2C3-472F-93DA-5781BE55223D}" dt="2026-03-18T01:45:49.986" v="539" actId="20577"/>
          <ac:spMkLst>
            <pc:docMk/>
            <pc:sldMk cId="3116468494" sldId="266"/>
            <ac:spMk id="28" creationId="{6FC924FB-F4E2-7F12-E7E0-E4D5F3BBC0D5}"/>
          </ac:spMkLst>
        </pc:spChg>
        <pc:graphicFrameChg chg="add mod">
          <ac:chgData name="Allen, JD" userId="b2e1ee89-1b61-48dc-8fc0-7339e325b9c1" providerId="ADAL" clId="{A62ED3CA-B2C3-472F-93DA-5781BE55223D}" dt="2026-03-18T02:08:42.796" v="582" actId="1076"/>
          <ac:graphicFrameMkLst>
            <pc:docMk/>
            <pc:sldMk cId="3116468494" sldId="266"/>
            <ac:graphicFrameMk id="29" creationId="{23430C66-74B8-16D2-A035-0078F56A7358}"/>
          </ac:graphicFrameMkLst>
        </pc:graphicFrameChg>
        <pc:graphicFrameChg chg="add mod">
          <ac:chgData name="Allen, JD" userId="b2e1ee89-1b61-48dc-8fc0-7339e325b9c1" providerId="ADAL" clId="{A62ED3CA-B2C3-472F-93DA-5781BE55223D}" dt="2026-03-18T02:08:32.641" v="581" actId="1076"/>
          <ac:graphicFrameMkLst>
            <pc:docMk/>
            <pc:sldMk cId="3116468494" sldId="266"/>
            <ac:graphicFrameMk id="30" creationId="{1BA8361D-EEE9-B0FF-E8C3-D1829FB00F3D}"/>
          </ac:graphicFrameMkLst>
        </pc:graphicFrameChg>
        <pc:graphicFrameChg chg="add mod">
          <ac:chgData name="Allen, JD" userId="b2e1ee89-1b61-48dc-8fc0-7339e325b9c1" providerId="ADAL" clId="{A62ED3CA-B2C3-472F-93DA-5781BE55223D}" dt="2026-03-18T02:09:15.745" v="588" actId="1076"/>
          <ac:graphicFrameMkLst>
            <pc:docMk/>
            <pc:sldMk cId="3116468494" sldId="266"/>
            <ac:graphicFrameMk id="31" creationId="{E2DBAD94-A5DA-41A7-1899-311481D52546}"/>
          </ac:graphicFrameMkLst>
        </pc:graphicFrameChg>
        <pc:graphicFrameChg chg="add mod">
          <ac:chgData name="Allen, JD" userId="b2e1ee89-1b61-48dc-8fc0-7339e325b9c1" providerId="ADAL" clId="{A62ED3CA-B2C3-472F-93DA-5781BE55223D}" dt="2026-03-18T02:09:04.526" v="586" actId="1076"/>
          <ac:graphicFrameMkLst>
            <pc:docMk/>
            <pc:sldMk cId="3116468494" sldId="266"/>
            <ac:graphicFrameMk id="32" creationId="{B26BC355-6C35-EED6-965E-8E64F577AE90}"/>
          </ac:graphicFrameMkLst>
        </pc:graphicFrameChg>
        <pc:graphicFrameChg chg="add mod">
          <ac:chgData name="Allen, JD" userId="b2e1ee89-1b61-48dc-8fc0-7339e325b9c1" providerId="ADAL" clId="{A62ED3CA-B2C3-472F-93DA-5781BE55223D}" dt="2026-03-18T02:08:49.582" v="583" actId="1076"/>
          <ac:graphicFrameMkLst>
            <pc:docMk/>
            <pc:sldMk cId="3116468494" sldId="266"/>
            <ac:graphicFrameMk id="33" creationId="{A7A741D9-A4F3-97C1-B150-8EB24376CF3E}"/>
          </ac:graphicFrameMkLst>
        </pc:graphicFrameChg>
        <pc:graphicFrameChg chg="add mod">
          <ac:chgData name="Allen, JD" userId="b2e1ee89-1b61-48dc-8fc0-7339e325b9c1" providerId="ADAL" clId="{A62ED3CA-B2C3-472F-93DA-5781BE55223D}" dt="2026-03-18T02:09:11.072" v="587" actId="1076"/>
          <ac:graphicFrameMkLst>
            <pc:docMk/>
            <pc:sldMk cId="3116468494" sldId="266"/>
            <ac:graphicFrameMk id="34" creationId="{AFE3C973-5A25-9B5A-FF02-2C5AB73454DA}"/>
          </ac:graphicFrameMkLst>
        </pc:graphicFrameChg>
        <pc:graphicFrameChg chg="add mod">
          <ac:chgData name="Allen, JD" userId="b2e1ee89-1b61-48dc-8fc0-7339e325b9c1" providerId="ADAL" clId="{A62ED3CA-B2C3-472F-93DA-5781BE55223D}" dt="2026-03-18T02:09:00.841" v="585" actId="1076"/>
          <ac:graphicFrameMkLst>
            <pc:docMk/>
            <pc:sldMk cId="3116468494" sldId="266"/>
            <ac:graphicFrameMk id="35" creationId="{689F0FE7-4265-0799-BC84-979F7B0274F7}"/>
          </ac:graphicFrameMkLst>
        </pc:graphicFrameChg>
        <pc:picChg chg="add del mod">
          <ac:chgData name="Allen, JD" userId="b2e1ee89-1b61-48dc-8fc0-7339e325b9c1" providerId="ADAL" clId="{A62ED3CA-B2C3-472F-93DA-5781BE55223D}" dt="2026-03-18T01:41:15.641" v="496" actId="478"/>
          <ac:picMkLst>
            <pc:docMk/>
            <pc:sldMk cId="3116468494" sldId="266"/>
            <ac:picMk id="10" creationId="{F1D66C65-CA89-3537-EC64-733BCA7F3225}"/>
          </ac:picMkLst>
        </pc:picChg>
        <pc:cxnChg chg="add mod">
          <ac:chgData name="Allen, JD" userId="b2e1ee89-1b61-48dc-8fc0-7339e325b9c1" providerId="ADAL" clId="{A62ED3CA-B2C3-472F-93DA-5781BE55223D}" dt="2026-03-17T02:40:31.322" v="356"/>
          <ac:cxnSpMkLst>
            <pc:docMk/>
            <pc:sldMk cId="3116468494" sldId="266"/>
            <ac:cxnSpMk id="11" creationId="{787F2210-D338-565F-581D-4AC665F915EC}"/>
          </ac:cxnSpMkLst>
        </pc:cxnChg>
        <pc:cxnChg chg="add mod">
          <ac:chgData name="Allen, JD" userId="b2e1ee89-1b61-48dc-8fc0-7339e325b9c1" providerId="ADAL" clId="{A62ED3CA-B2C3-472F-93DA-5781BE55223D}" dt="2026-03-17T02:40:31.322" v="356"/>
          <ac:cxnSpMkLst>
            <pc:docMk/>
            <pc:sldMk cId="3116468494" sldId="266"/>
            <ac:cxnSpMk id="12" creationId="{8110D655-048A-A0E0-7272-94F0126AC53E}"/>
          </ac:cxnSpMkLst>
        </pc:cxnChg>
        <pc:cxnChg chg="add mod">
          <ac:chgData name="Allen, JD" userId="b2e1ee89-1b61-48dc-8fc0-7339e325b9c1" providerId="ADAL" clId="{A62ED3CA-B2C3-472F-93DA-5781BE55223D}" dt="2026-03-17T02:40:31.322" v="356"/>
          <ac:cxnSpMkLst>
            <pc:docMk/>
            <pc:sldMk cId="3116468494" sldId="266"/>
            <ac:cxnSpMk id="15" creationId="{4D9F5829-B506-468B-8BC7-1D92F863099A}"/>
          </ac:cxnSpMkLst>
        </pc:cxnChg>
      </pc:sldChg>
      <pc:sldMasterChg chg="modSldLayout">
        <pc:chgData name="Allen, JD" userId="b2e1ee89-1b61-48dc-8fc0-7339e325b9c1" providerId="ADAL" clId="{A62ED3CA-B2C3-472F-93DA-5781BE55223D}" dt="2026-03-17T02:27:48.661" v="184" actId="14100"/>
        <pc:sldMasterMkLst>
          <pc:docMk/>
          <pc:sldMasterMk cId="2797799359" sldId="2147483648"/>
        </pc:sldMasterMkLst>
        <pc:sldLayoutChg chg="modSp mod">
          <pc:chgData name="Allen, JD" userId="b2e1ee89-1b61-48dc-8fc0-7339e325b9c1" providerId="ADAL" clId="{A62ED3CA-B2C3-472F-93DA-5781BE55223D}" dt="2026-03-17T02:27:48.661" v="184" actId="14100"/>
          <pc:sldLayoutMkLst>
            <pc:docMk/>
            <pc:sldMasterMk cId="2797799359" sldId="2147483648"/>
            <pc:sldLayoutMk cId="1092843240" sldId="2147483650"/>
          </pc:sldLayoutMkLst>
          <pc:spChg chg="mod">
            <ac:chgData name="Allen, JD" userId="b2e1ee89-1b61-48dc-8fc0-7339e325b9c1" providerId="ADAL" clId="{A62ED3CA-B2C3-472F-93DA-5781BE55223D}" dt="2026-03-17T02:27:42.485" v="183" actId="947"/>
            <ac:spMkLst>
              <pc:docMk/>
              <pc:sldMasterMk cId="2797799359" sldId="2147483648"/>
              <pc:sldLayoutMk cId="1092843240" sldId="2147483650"/>
              <ac:spMk id="2" creationId="{433568A2-DD42-7D1B-17F4-1027BDD9D23F}"/>
            </ac:spMkLst>
          </pc:spChg>
          <pc:spChg chg="mod">
            <ac:chgData name="Allen, JD" userId="b2e1ee89-1b61-48dc-8fc0-7339e325b9c1" providerId="ADAL" clId="{A62ED3CA-B2C3-472F-93DA-5781BE55223D}" dt="2026-03-17T02:27:48.661" v="184" actId="14100"/>
            <ac:spMkLst>
              <pc:docMk/>
              <pc:sldMasterMk cId="2797799359" sldId="2147483648"/>
              <pc:sldLayoutMk cId="1092843240" sldId="2147483650"/>
              <ac:spMk id="3" creationId="{7C1CC2D7-C763-6C5B-7A5D-9DAD52E72A0C}"/>
            </ac:spMkLst>
          </pc:sp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BA6B9B-F573-4497-9192-C23641B7678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ADE05C1-B0C8-4455-8FB9-29148938EE9B}">
      <dgm:prSet/>
      <dgm:spPr/>
      <dgm:t>
        <a:bodyPr/>
        <a:lstStyle/>
        <a:p>
          <a:r>
            <a:rPr lang="en-US" b="1"/>
            <a:t>Objective</a:t>
          </a:r>
          <a:r>
            <a:rPr lang="en-US"/>
            <a:t>: Build an institution-level decision-support workflow using public higher-ed data</a:t>
          </a:r>
        </a:p>
      </dgm:t>
    </dgm:pt>
    <dgm:pt modelId="{ABBD9086-2720-4E48-9BAB-2F5C44C97BCF}" type="parTrans" cxnId="{D3F3A252-626D-4EDA-A221-A348B0287ED1}">
      <dgm:prSet/>
      <dgm:spPr/>
      <dgm:t>
        <a:bodyPr/>
        <a:lstStyle/>
        <a:p>
          <a:endParaRPr lang="en-US"/>
        </a:p>
      </dgm:t>
    </dgm:pt>
    <dgm:pt modelId="{7CC9F058-81A0-4C2D-B567-698EBB985ADC}" type="sibTrans" cxnId="{D3F3A252-626D-4EDA-A221-A348B0287ED1}">
      <dgm:prSet/>
      <dgm:spPr/>
      <dgm:t>
        <a:bodyPr/>
        <a:lstStyle/>
        <a:p>
          <a:endParaRPr lang="en-US"/>
        </a:p>
      </dgm:t>
    </dgm:pt>
    <dgm:pt modelId="{DA5E2D68-5AF4-47B9-A21F-50B4C8DBA4CF}">
      <dgm:prSet/>
      <dgm:spPr/>
      <dgm:t>
        <a:bodyPr/>
        <a:lstStyle/>
        <a:p>
          <a:r>
            <a:rPr lang="en-US" b="1"/>
            <a:t>Challenge</a:t>
          </a:r>
          <a:r>
            <a:rPr lang="en-US"/>
            <a:t>: Public data has institution-level outcomes, not student-level application histories</a:t>
          </a:r>
        </a:p>
      </dgm:t>
    </dgm:pt>
    <dgm:pt modelId="{4C10EA39-C79E-4BF3-A54A-15F03E49D2C1}" type="parTrans" cxnId="{8C9E62DB-50D9-46FD-97DD-0EBF8C3AF8D0}">
      <dgm:prSet/>
      <dgm:spPr/>
      <dgm:t>
        <a:bodyPr/>
        <a:lstStyle/>
        <a:p>
          <a:endParaRPr lang="en-US"/>
        </a:p>
      </dgm:t>
    </dgm:pt>
    <dgm:pt modelId="{6500073D-945C-433D-AFEE-61A95649DD37}" type="sibTrans" cxnId="{8C9E62DB-50D9-46FD-97DD-0EBF8C3AF8D0}">
      <dgm:prSet/>
      <dgm:spPr/>
      <dgm:t>
        <a:bodyPr/>
        <a:lstStyle/>
        <a:p>
          <a:endParaRPr lang="en-US"/>
        </a:p>
      </dgm:t>
    </dgm:pt>
    <dgm:pt modelId="{B5534BCB-D45B-4B13-958C-42EEC6C4A20F}">
      <dgm:prSet/>
      <dgm:spPr/>
      <dgm:t>
        <a:bodyPr/>
        <a:lstStyle/>
        <a:p>
          <a:r>
            <a:rPr lang="en-US" b="1"/>
            <a:t>Goal</a:t>
          </a:r>
          <a:r>
            <a:rPr lang="en-US"/>
            <a:t>: Predict institutional graduation-outcome strength as a proxy for student decision support</a:t>
          </a:r>
        </a:p>
      </dgm:t>
    </dgm:pt>
    <dgm:pt modelId="{CC196437-729E-411F-8C83-C8D57097B010}" type="parTrans" cxnId="{1F49BECE-752A-416D-9EE8-82F0FD649949}">
      <dgm:prSet/>
      <dgm:spPr/>
      <dgm:t>
        <a:bodyPr/>
        <a:lstStyle/>
        <a:p>
          <a:endParaRPr lang="en-US"/>
        </a:p>
      </dgm:t>
    </dgm:pt>
    <dgm:pt modelId="{BAFA4494-380C-4945-809B-BB3AD4CD0F76}" type="sibTrans" cxnId="{1F49BECE-752A-416D-9EE8-82F0FD649949}">
      <dgm:prSet/>
      <dgm:spPr/>
      <dgm:t>
        <a:bodyPr/>
        <a:lstStyle/>
        <a:p>
          <a:endParaRPr lang="en-US"/>
        </a:p>
      </dgm:t>
    </dgm:pt>
    <dgm:pt modelId="{6A18B9CB-7A26-4A79-9140-74C927EC5949}">
      <dgm:prSet/>
      <dgm:spPr/>
      <dgm:t>
        <a:bodyPr/>
        <a:lstStyle/>
        <a:p>
          <a:r>
            <a:rPr lang="en-US" b="1"/>
            <a:t>Constraint-aware</a:t>
          </a:r>
          <a:r>
            <a:rPr lang="en-US"/>
            <a:t> </a:t>
          </a:r>
          <a:r>
            <a:rPr lang="en-US" b="1"/>
            <a:t>approach</a:t>
          </a:r>
          <a:r>
            <a:rPr lang="en-US"/>
            <a:t>: Use transparent, reproducible, auditable transformations</a:t>
          </a:r>
        </a:p>
      </dgm:t>
    </dgm:pt>
    <dgm:pt modelId="{FD4B11CF-ACD9-4680-95BC-7DF8DBB55D07}" type="parTrans" cxnId="{E371AD9D-5C17-4D15-A1CC-14F99E285E50}">
      <dgm:prSet/>
      <dgm:spPr/>
      <dgm:t>
        <a:bodyPr/>
        <a:lstStyle/>
        <a:p>
          <a:endParaRPr lang="en-US"/>
        </a:p>
      </dgm:t>
    </dgm:pt>
    <dgm:pt modelId="{BA37A0CB-89E4-4E4A-8921-FA5A7F6C98CB}" type="sibTrans" cxnId="{E371AD9D-5C17-4D15-A1CC-14F99E285E50}">
      <dgm:prSet/>
      <dgm:spPr/>
      <dgm:t>
        <a:bodyPr/>
        <a:lstStyle/>
        <a:p>
          <a:endParaRPr lang="en-US"/>
        </a:p>
      </dgm:t>
    </dgm:pt>
    <dgm:pt modelId="{1A87973C-B989-46D6-9D17-FCAEFBEE8455}" type="pres">
      <dgm:prSet presAssocID="{64BA6B9B-F573-4497-9192-C23641B76787}" presName="root" presStyleCnt="0">
        <dgm:presLayoutVars>
          <dgm:dir/>
          <dgm:resizeHandles val="exact"/>
        </dgm:presLayoutVars>
      </dgm:prSet>
      <dgm:spPr/>
    </dgm:pt>
    <dgm:pt modelId="{7F212CC9-3AA0-45C5-A15A-9FF908423C04}" type="pres">
      <dgm:prSet presAssocID="{64BA6B9B-F573-4497-9192-C23641B76787}" presName="container" presStyleCnt="0">
        <dgm:presLayoutVars>
          <dgm:dir/>
          <dgm:resizeHandles val="exact"/>
        </dgm:presLayoutVars>
      </dgm:prSet>
      <dgm:spPr/>
    </dgm:pt>
    <dgm:pt modelId="{4895D9B5-A9DE-48D4-9B9E-9042F759AE4E}" type="pres">
      <dgm:prSet presAssocID="{4ADE05C1-B0C8-4455-8FB9-29148938EE9B}" presName="compNode" presStyleCnt="0"/>
      <dgm:spPr/>
    </dgm:pt>
    <dgm:pt modelId="{A003640F-FEB7-4A84-8FAC-3A9494C4BC22}" type="pres">
      <dgm:prSet presAssocID="{4ADE05C1-B0C8-4455-8FB9-29148938EE9B}" presName="iconBgRect" presStyleLbl="bgShp" presStyleIdx="0" presStyleCnt="4"/>
      <dgm:spPr/>
    </dgm:pt>
    <dgm:pt modelId="{69F932B6-EFA9-4A26-865E-C3A240502726}" type="pres">
      <dgm:prSet presAssocID="{4ADE05C1-B0C8-4455-8FB9-29148938EE9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A819D2AE-5E3E-458E-A090-A625A94B492C}" type="pres">
      <dgm:prSet presAssocID="{4ADE05C1-B0C8-4455-8FB9-29148938EE9B}" presName="spaceRect" presStyleCnt="0"/>
      <dgm:spPr/>
    </dgm:pt>
    <dgm:pt modelId="{C7622177-B876-465E-BC6D-AE9E0271053E}" type="pres">
      <dgm:prSet presAssocID="{4ADE05C1-B0C8-4455-8FB9-29148938EE9B}" presName="textRect" presStyleLbl="revTx" presStyleIdx="0" presStyleCnt="4">
        <dgm:presLayoutVars>
          <dgm:chMax val="1"/>
          <dgm:chPref val="1"/>
        </dgm:presLayoutVars>
      </dgm:prSet>
      <dgm:spPr/>
    </dgm:pt>
    <dgm:pt modelId="{5A4D8E46-ABF3-49AA-AFCC-2FF622AAB9AE}" type="pres">
      <dgm:prSet presAssocID="{7CC9F058-81A0-4C2D-B567-698EBB985ADC}" presName="sibTrans" presStyleLbl="sibTrans2D1" presStyleIdx="0" presStyleCnt="0"/>
      <dgm:spPr/>
    </dgm:pt>
    <dgm:pt modelId="{4CEA4D3E-444C-427B-8A6B-ABCB129D397F}" type="pres">
      <dgm:prSet presAssocID="{DA5E2D68-5AF4-47B9-A21F-50B4C8DBA4CF}" presName="compNode" presStyleCnt="0"/>
      <dgm:spPr/>
    </dgm:pt>
    <dgm:pt modelId="{E800FC30-1F2E-4D79-A2F5-63D6998C9FA8}" type="pres">
      <dgm:prSet presAssocID="{DA5E2D68-5AF4-47B9-A21F-50B4C8DBA4CF}" presName="iconBgRect" presStyleLbl="bgShp" presStyleIdx="1" presStyleCnt="4"/>
      <dgm:spPr/>
    </dgm:pt>
    <dgm:pt modelId="{595439F2-8B86-4714-8D71-B6A11CE60FFC}" type="pres">
      <dgm:prSet presAssocID="{DA5E2D68-5AF4-47B9-A21F-50B4C8DBA4C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7E77BFF1-B238-43AF-A0B8-FCA7B747831E}" type="pres">
      <dgm:prSet presAssocID="{DA5E2D68-5AF4-47B9-A21F-50B4C8DBA4CF}" presName="spaceRect" presStyleCnt="0"/>
      <dgm:spPr/>
    </dgm:pt>
    <dgm:pt modelId="{2A86AB69-C1A7-4843-9799-658F86DB8C95}" type="pres">
      <dgm:prSet presAssocID="{DA5E2D68-5AF4-47B9-A21F-50B4C8DBA4CF}" presName="textRect" presStyleLbl="revTx" presStyleIdx="1" presStyleCnt="4">
        <dgm:presLayoutVars>
          <dgm:chMax val="1"/>
          <dgm:chPref val="1"/>
        </dgm:presLayoutVars>
      </dgm:prSet>
      <dgm:spPr/>
    </dgm:pt>
    <dgm:pt modelId="{759ECB88-2B87-4FEC-BF3F-2A4A11360663}" type="pres">
      <dgm:prSet presAssocID="{6500073D-945C-433D-AFEE-61A95649DD37}" presName="sibTrans" presStyleLbl="sibTrans2D1" presStyleIdx="0" presStyleCnt="0"/>
      <dgm:spPr/>
    </dgm:pt>
    <dgm:pt modelId="{D3707D2C-5AE6-4D7F-805B-61A33635AD0D}" type="pres">
      <dgm:prSet presAssocID="{B5534BCB-D45B-4B13-958C-42EEC6C4A20F}" presName="compNode" presStyleCnt="0"/>
      <dgm:spPr/>
    </dgm:pt>
    <dgm:pt modelId="{1E63D85F-247C-41EA-9253-F76B9A50E772}" type="pres">
      <dgm:prSet presAssocID="{B5534BCB-D45B-4B13-958C-42EEC6C4A20F}" presName="iconBgRect" presStyleLbl="bgShp" presStyleIdx="2" presStyleCnt="4"/>
      <dgm:spPr/>
    </dgm:pt>
    <dgm:pt modelId="{E4C999C7-48EB-493C-8377-C3AABD46A869}" type="pres">
      <dgm:prSet presAssocID="{B5534BCB-D45B-4B13-958C-42EEC6C4A20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F90DFA69-A7A7-4D74-890E-CD1EF6DF2462}" type="pres">
      <dgm:prSet presAssocID="{B5534BCB-D45B-4B13-958C-42EEC6C4A20F}" presName="spaceRect" presStyleCnt="0"/>
      <dgm:spPr/>
    </dgm:pt>
    <dgm:pt modelId="{FF2DE50C-348C-400C-ABEA-7EF3EF4C9EF7}" type="pres">
      <dgm:prSet presAssocID="{B5534BCB-D45B-4B13-958C-42EEC6C4A20F}" presName="textRect" presStyleLbl="revTx" presStyleIdx="2" presStyleCnt="4">
        <dgm:presLayoutVars>
          <dgm:chMax val="1"/>
          <dgm:chPref val="1"/>
        </dgm:presLayoutVars>
      </dgm:prSet>
      <dgm:spPr/>
    </dgm:pt>
    <dgm:pt modelId="{DA4F7442-9159-4876-8EB5-EA170AA855BF}" type="pres">
      <dgm:prSet presAssocID="{BAFA4494-380C-4945-809B-BB3AD4CD0F76}" presName="sibTrans" presStyleLbl="sibTrans2D1" presStyleIdx="0" presStyleCnt="0"/>
      <dgm:spPr/>
    </dgm:pt>
    <dgm:pt modelId="{5ECB76A1-D9C0-4AE1-816C-C0722F5C7192}" type="pres">
      <dgm:prSet presAssocID="{6A18B9CB-7A26-4A79-9140-74C927EC5949}" presName="compNode" presStyleCnt="0"/>
      <dgm:spPr/>
    </dgm:pt>
    <dgm:pt modelId="{564AC225-557E-4A6D-B4FF-5B43AB1F7017}" type="pres">
      <dgm:prSet presAssocID="{6A18B9CB-7A26-4A79-9140-74C927EC5949}" presName="iconBgRect" presStyleLbl="bgShp" presStyleIdx="3" presStyleCnt="4"/>
      <dgm:spPr/>
    </dgm:pt>
    <dgm:pt modelId="{B823F6FC-6B6F-42FE-8D81-35EAD65ABF51}" type="pres">
      <dgm:prSet presAssocID="{6A18B9CB-7A26-4A79-9140-74C927EC594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156ECBC-27E3-42A0-B366-3301FC49E065}" type="pres">
      <dgm:prSet presAssocID="{6A18B9CB-7A26-4A79-9140-74C927EC5949}" presName="spaceRect" presStyleCnt="0"/>
      <dgm:spPr/>
    </dgm:pt>
    <dgm:pt modelId="{A70EFBD2-DE9F-449B-B373-1D45C4B185C4}" type="pres">
      <dgm:prSet presAssocID="{6A18B9CB-7A26-4A79-9140-74C927EC594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7259326-BEE2-4F37-AAFA-A30949C253ED}" type="presOf" srcId="{4ADE05C1-B0C8-4455-8FB9-29148938EE9B}" destId="{C7622177-B876-465E-BC6D-AE9E0271053E}" srcOrd="0" destOrd="0" presId="urn:microsoft.com/office/officeart/2018/2/layout/IconCircleList"/>
    <dgm:cxn modelId="{AA38582D-6B0E-428D-AD55-FFA77BE2A5F1}" type="presOf" srcId="{6500073D-945C-433D-AFEE-61A95649DD37}" destId="{759ECB88-2B87-4FEC-BF3F-2A4A11360663}" srcOrd="0" destOrd="0" presId="urn:microsoft.com/office/officeart/2018/2/layout/IconCircleList"/>
    <dgm:cxn modelId="{4B6E1E45-4E99-45EA-AEA8-C90C0EE0120B}" type="presOf" srcId="{B5534BCB-D45B-4B13-958C-42EEC6C4A20F}" destId="{FF2DE50C-348C-400C-ABEA-7EF3EF4C9EF7}" srcOrd="0" destOrd="0" presId="urn:microsoft.com/office/officeart/2018/2/layout/IconCircleList"/>
    <dgm:cxn modelId="{ED16AB4F-79A5-49E7-B413-FF1E654D8961}" type="presOf" srcId="{7CC9F058-81A0-4C2D-B567-698EBB985ADC}" destId="{5A4D8E46-ABF3-49AA-AFCC-2FF622AAB9AE}" srcOrd="0" destOrd="0" presId="urn:microsoft.com/office/officeart/2018/2/layout/IconCircleList"/>
    <dgm:cxn modelId="{D3F3A252-626D-4EDA-A221-A348B0287ED1}" srcId="{64BA6B9B-F573-4497-9192-C23641B76787}" destId="{4ADE05C1-B0C8-4455-8FB9-29148938EE9B}" srcOrd="0" destOrd="0" parTransId="{ABBD9086-2720-4E48-9BAB-2F5C44C97BCF}" sibTransId="{7CC9F058-81A0-4C2D-B567-698EBB985ADC}"/>
    <dgm:cxn modelId="{E371AD9D-5C17-4D15-A1CC-14F99E285E50}" srcId="{64BA6B9B-F573-4497-9192-C23641B76787}" destId="{6A18B9CB-7A26-4A79-9140-74C927EC5949}" srcOrd="3" destOrd="0" parTransId="{FD4B11CF-ACD9-4680-95BC-7DF8DBB55D07}" sibTransId="{BA37A0CB-89E4-4E4A-8921-FA5A7F6C98CB}"/>
    <dgm:cxn modelId="{FD2657B2-15BF-4FE5-B628-3223BA39690C}" type="presOf" srcId="{BAFA4494-380C-4945-809B-BB3AD4CD0F76}" destId="{DA4F7442-9159-4876-8EB5-EA170AA855BF}" srcOrd="0" destOrd="0" presId="urn:microsoft.com/office/officeart/2018/2/layout/IconCircleList"/>
    <dgm:cxn modelId="{350BFFBB-62B8-4040-AA64-F6948B63C7E8}" type="presOf" srcId="{64BA6B9B-F573-4497-9192-C23641B76787}" destId="{1A87973C-B989-46D6-9D17-FCAEFBEE8455}" srcOrd="0" destOrd="0" presId="urn:microsoft.com/office/officeart/2018/2/layout/IconCircleList"/>
    <dgm:cxn modelId="{1F49BECE-752A-416D-9EE8-82F0FD649949}" srcId="{64BA6B9B-F573-4497-9192-C23641B76787}" destId="{B5534BCB-D45B-4B13-958C-42EEC6C4A20F}" srcOrd="2" destOrd="0" parTransId="{CC196437-729E-411F-8C83-C8D57097B010}" sibTransId="{BAFA4494-380C-4945-809B-BB3AD4CD0F76}"/>
    <dgm:cxn modelId="{7ACB1BD0-2B6E-41B7-A017-108185E5FA27}" type="presOf" srcId="{6A18B9CB-7A26-4A79-9140-74C927EC5949}" destId="{A70EFBD2-DE9F-449B-B373-1D45C4B185C4}" srcOrd="0" destOrd="0" presId="urn:microsoft.com/office/officeart/2018/2/layout/IconCircleList"/>
    <dgm:cxn modelId="{8C9E62DB-50D9-46FD-97DD-0EBF8C3AF8D0}" srcId="{64BA6B9B-F573-4497-9192-C23641B76787}" destId="{DA5E2D68-5AF4-47B9-A21F-50B4C8DBA4CF}" srcOrd="1" destOrd="0" parTransId="{4C10EA39-C79E-4BF3-A54A-15F03E49D2C1}" sibTransId="{6500073D-945C-433D-AFEE-61A95649DD37}"/>
    <dgm:cxn modelId="{D0E35BFA-E786-4261-9B1C-366F57575BE2}" type="presOf" srcId="{DA5E2D68-5AF4-47B9-A21F-50B4C8DBA4CF}" destId="{2A86AB69-C1A7-4843-9799-658F86DB8C95}" srcOrd="0" destOrd="0" presId="urn:microsoft.com/office/officeart/2018/2/layout/IconCircleList"/>
    <dgm:cxn modelId="{FB3578D3-2A9C-4DFD-8565-2F7DC6AF4110}" type="presParOf" srcId="{1A87973C-B989-46D6-9D17-FCAEFBEE8455}" destId="{7F212CC9-3AA0-45C5-A15A-9FF908423C04}" srcOrd="0" destOrd="0" presId="urn:microsoft.com/office/officeart/2018/2/layout/IconCircleList"/>
    <dgm:cxn modelId="{3FA3420C-64AD-42F3-B0DD-2B0389C3DE97}" type="presParOf" srcId="{7F212CC9-3AA0-45C5-A15A-9FF908423C04}" destId="{4895D9B5-A9DE-48D4-9B9E-9042F759AE4E}" srcOrd="0" destOrd="0" presId="urn:microsoft.com/office/officeart/2018/2/layout/IconCircleList"/>
    <dgm:cxn modelId="{1279AECE-0D7C-4BF3-9518-C60C7373A4D3}" type="presParOf" srcId="{4895D9B5-A9DE-48D4-9B9E-9042F759AE4E}" destId="{A003640F-FEB7-4A84-8FAC-3A9494C4BC22}" srcOrd="0" destOrd="0" presId="urn:microsoft.com/office/officeart/2018/2/layout/IconCircleList"/>
    <dgm:cxn modelId="{B96B0D5B-BDD9-44DF-8B34-177769271B0A}" type="presParOf" srcId="{4895D9B5-A9DE-48D4-9B9E-9042F759AE4E}" destId="{69F932B6-EFA9-4A26-865E-C3A240502726}" srcOrd="1" destOrd="0" presId="urn:microsoft.com/office/officeart/2018/2/layout/IconCircleList"/>
    <dgm:cxn modelId="{8B5E019A-8106-4816-96AE-C2209B6C9C8C}" type="presParOf" srcId="{4895D9B5-A9DE-48D4-9B9E-9042F759AE4E}" destId="{A819D2AE-5E3E-458E-A090-A625A94B492C}" srcOrd="2" destOrd="0" presId="urn:microsoft.com/office/officeart/2018/2/layout/IconCircleList"/>
    <dgm:cxn modelId="{4F42B5C0-9CDB-44D8-95E5-3323698F2431}" type="presParOf" srcId="{4895D9B5-A9DE-48D4-9B9E-9042F759AE4E}" destId="{C7622177-B876-465E-BC6D-AE9E0271053E}" srcOrd="3" destOrd="0" presId="urn:microsoft.com/office/officeart/2018/2/layout/IconCircleList"/>
    <dgm:cxn modelId="{D3325F11-9D22-419A-A2EB-535B412D7EB8}" type="presParOf" srcId="{7F212CC9-3AA0-45C5-A15A-9FF908423C04}" destId="{5A4D8E46-ABF3-49AA-AFCC-2FF622AAB9AE}" srcOrd="1" destOrd="0" presId="urn:microsoft.com/office/officeart/2018/2/layout/IconCircleList"/>
    <dgm:cxn modelId="{0069A4AE-702F-44AC-BB71-41BA300ED75B}" type="presParOf" srcId="{7F212CC9-3AA0-45C5-A15A-9FF908423C04}" destId="{4CEA4D3E-444C-427B-8A6B-ABCB129D397F}" srcOrd="2" destOrd="0" presId="urn:microsoft.com/office/officeart/2018/2/layout/IconCircleList"/>
    <dgm:cxn modelId="{09690CA0-A076-45D6-B8A6-8070079E5FEE}" type="presParOf" srcId="{4CEA4D3E-444C-427B-8A6B-ABCB129D397F}" destId="{E800FC30-1F2E-4D79-A2F5-63D6998C9FA8}" srcOrd="0" destOrd="0" presId="urn:microsoft.com/office/officeart/2018/2/layout/IconCircleList"/>
    <dgm:cxn modelId="{C112CB11-A640-4B87-B4CB-BD7A43338EBD}" type="presParOf" srcId="{4CEA4D3E-444C-427B-8A6B-ABCB129D397F}" destId="{595439F2-8B86-4714-8D71-B6A11CE60FFC}" srcOrd="1" destOrd="0" presId="urn:microsoft.com/office/officeart/2018/2/layout/IconCircleList"/>
    <dgm:cxn modelId="{064FD45F-1830-4585-BCF1-231CA6E0AC97}" type="presParOf" srcId="{4CEA4D3E-444C-427B-8A6B-ABCB129D397F}" destId="{7E77BFF1-B238-43AF-A0B8-FCA7B747831E}" srcOrd="2" destOrd="0" presId="urn:microsoft.com/office/officeart/2018/2/layout/IconCircleList"/>
    <dgm:cxn modelId="{3E344F13-707F-46B7-B759-A2C9BFA6E8B4}" type="presParOf" srcId="{4CEA4D3E-444C-427B-8A6B-ABCB129D397F}" destId="{2A86AB69-C1A7-4843-9799-658F86DB8C95}" srcOrd="3" destOrd="0" presId="urn:microsoft.com/office/officeart/2018/2/layout/IconCircleList"/>
    <dgm:cxn modelId="{0CFA1F62-D020-489E-96F2-55F04DF24C7C}" type="presParOf" srcId="{7F212CC9-3AA0-45C5-A15A-9FF908423C04}" destId="{759ECB88-2B87-4FEC-BF3F-2A4A11360663}" srcOrd="3" destOrd="0" presId="urn:microsoft.com/office/officeart/2018/2/layout/IconCircleList"/>
    <dgm:cxn modelId="{CFC20957-F273-4DB7-AC53-1123A4450DA9}" type="presParOf" srcId="{7F212CC9-3AA0-45C5-A15A-9FF908423C04}" destId="{D3707D2C-5AE6-4D7F-805B-61A33635AD0D}" srcOrd="4" destOrd="0" presId="urn:microsoft.com/office/officeart/2018/2/layout/IconCircleList"/>
    <dgm:cxn modelId="{1FE421E3-BED8-4F75-BFD6-EC9F4A7B3B0F}" type="presParOf" srcId="{D3707D2C-5AE6-4D7F-805B-61A33635AD0D}" destId="{1E63D85F-247C-41EA-9253-F76B9A50E772}" srcOrd="0" destOrd="0" presId="urn:microsoft.com/office/officeart/2018/2/layout/IconCircleList"/>
    <dgm:cxn modelId="{7444380D-2310-4833-910C-D581BF3F2942}" type="presParOf" srcId="{D3707D2C-5AE6-4D7F-805B-61A33635AD0D}" destId="{E4C999C7-48EB-493C-8377-C3AABD46A869}" srcOrd="1" destOrd="0" presId="urn:microsoft.com/office/officeart/2018/2/layout/IconCircleList"/>
    <dgm:cxn modelId="{C3D2DCDB-F54E-4F22-817B-D74958A65307}" type="presParOf" srcId="{D3707D2C-5AE6-4D7F-805B-61A33635AD0D}" destId="{F90DFA69-A7A7-4D74-890E-CD1EF6DF2462}" srcOrd="2" destOrd="0" presId="urn:microsoft.com/office/officeart/2018/2/layout/IconCircleList"/>
    <dgm:cxn modelId="{13E0E48D-8FD4-487C-A8EA-DF90BF4136A7}" type="presParOf" srcId="{D3707D2C-5AE6-4D7F-805B-61A33635AD0D}" destId="{FF2DE50C-348C-400C-ABEA-7EF3EF4C9EF7}" srcOrd="3" destOrd="0" presId="urn:microsoft.com/office/officeart/2018/2/layout/IconCircleList"/>
    <dgm:cxn modelId="{9B1B8CFE-3035-40C5-877B-3940B4E9C23B}" type="presParOf" srcId="{7F212CC9-3AA0-45C5-A15A-9FF908423C04}" destId="{DA4F7442-9159-4876-8EB5-EA170AA855BF}" srcOrd="5" destOrd="0" presId="urn:microsoft.com/office/officeart/2018/2/layout/IconCircleList"/>
    <dgm:cxn modelId="{7A17ABFC-2FD5-4902-8ECD-163E9AD0C1ED}" type="presParOf" srcId="{7F212CC9-3AA0-45C5-A15A-9FF908423C04}" destId="{5ECB76A1-D9C0-4AE1-816C-C0722F5C7192}" srcOrd="6" destOrd="0" presId="urn:microsoft.com/office/officeart/2018/2/layout/IconCircleList"/>
    <dgm:cxn modelId="{C7209AFC-289F-4A37-9F3D-69717B5C823E}" type="presParOf" srcId="{5ECB76A1-D9C0-4AE1-816C-C0722F5C7192}" destId="{564AC225-557E-4A6D-B4FF-5B43AB1F7017}" srcOrd="0" destOrd="0" presId="urn:microsoft.com/office/officeart/2018/2/layout/IconCircleList"/>
    <dgm:cxn modelId="{E40C927B-6669-4D3C-8B84-22A35B23CCC8}" type="presParOf" srcId="{5ECB76A1-D9C0-4AE1-816C-C0722F5C7192}" destId="{B823F6FC-6B6F-42FE-8D81-35EAD65ABF51}" srcOrd="1" destOrd="0" presId="urn:microsoft.com/office/officeart/2018/2/layout/IconCircleList"/>
    <dgm:cxn modelId="{B5F2854B-6FFA-4F94-B323-DF6AD98B0EE8}" type="presParOf" srcId="{5ECB76A1-D9C0-4AE1-816C-C0722F5C7192}" destId="{3156ECBC-27E3-42A0-B366-3301FC49E065}" srcOrd="2" destOrd="0" presId="urn:microsoft.com/office/officeart/2018/2/layout/IconCircleList"/>
    <dgm:cxn modelId="{550339B8-257A-42BD-B11C-865EA6CB1D18}" type="presParOf" srcId="{5ECB76A1-D9C0-4AE1-816C-C0722F5C7192}" destId="{A70EFBD2-DE9F-449B-B373-1D45C4B185C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61E238-3470-44B4-923B-5F3470F57103}" type="doc">
      <dgm:prSet loTypeId="urn:microsoft.com/office/officeart/2005/8/layout/process5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A3ED8D9-E23A-4D0B-A5AF-54CEF3DDE117}">
      <dgm:prSet/>
      <dgm:spPr/>
      <dgm:t>
        <a:bodyPr/>
        <a:lstStyle/>
        <a:p>
          <a:r>
            <a:rPr lang="en-US"/>
            <a:t>Core institutional sources: HD, IC, FLAGS</a:t>
          </a:r>
        </a:p>
      </dgm:t>
    </dgm:pt>
    <dgm:pt modelId="{D0A43CA1-3456-438E-8241-6D732C045FAD}" type="parTrans" cxnId="{B413C0FF-A26D-47C8-B823-0173DACC4B9A}">
      <dgm:prSet/>
      <dgm:spPr/>
      <dgm:t>
        <a:bodyPr/>
        <a:lstStyle/>
        <a:p>
          <a:endParaRPr lang="en-US"/>
        </a:p>
      </dgm:t>
    </dgm:pt>
    <dgm:pt modelId="{EEE7EF08-B6A8-4B48-AB31-EE1A621102F6}" type="sibTrans" cxnId="{B413C0FF-A26D-47C8-B823-0173DACC4B9A}">
      <dgm:prSet/>
      <dgm:spPr/>
      <dgm:t>
        <a:bodyPr/>
        <a:lstStyle/>
        <a:p>
          <a:endParaRPr lang="en-US"/>
        </a:p>
      </dgm:t>
    </dgm:pt>
    <dgm:pt modelId="{2A5D88C9-1C37-4CA9-B250-8E2A39C3C498}">
      <dgm:prSet/>
      <dgm:spPr/>
      <dgm:t>
        <a:bodyPr/>
        <a:lstStyle/>
        <a:p>
          <a:r>
            <a:rPr lang="en-US"/>
            <a:t>Added predictive sources: ADM, SFA, COST1, COST2</a:t>
          </a:r>
        </a:p>
      </dgm:t>
    </dgm:pt>
    <dgm:pt modelId="{79770D8F-AB47-45C0-A9B8-991DA990E537}" type="parTrans" cxnId="{74BDB0A6-CE2C-4A5D-99CE-E8365DC10918}">
      <dgm:prSet/>
      <dgm:spPr/>
      <dgm:t>
        <a:bodyPr/>
        <a:lstStyle/>
        <a:p>
          <a:endParaRPr lang="en-US"/>
        </a:p>
      </dgm:t>
    </dgm:pt>
    <dgm:pt modelId="{B6B3EBF1-04E7-4792-9918-86CAAF57A5FB}" type="sibTrans" cxnId="{74BDB0A6-CE2C-4A5D-99CE-E8365DC10918}">
      <dgm:prSet/>
      <dgm:spPr/>
      <dgm:t>
        <a:bodyPr/>
        <a:lstStyle/>
        <a:p>
          <a:endParaRPr lang="en-US"/>
        </a:p>
      </dgm:t>
    </dgm:pt>
    <dgm:pt modelId="{91575214-0F18-49B3-90E2-D76299E5289F}">
      <dgm:prSet/>
      <dgm:spPr/>
      <dgm:t>
        <a:bodyPr/>
        <a:lstStyle/>
        <a:p>
          <a:r>
            <a:rPr lang="en-US"/>
            <a:t>Long-format cohort sources: EF, GR</a:t>
          </a:r>
        </a:p>
      </dgm:t>
    </dgm:pt>
    <dgm:pt modelId="{A2A2B091-0AAE-43E8-B417-79EA43D1BB50}" type="parTrans" cxnId="{412D01C9-D5DF-4A46-AC74-F14B44DCCAAA}">
      <dgm:prSet/>
      <dgm:spPr/>
      <dgm:t>
        <a:bodyPr/>
        <a:lstStyle/>
        <a:p>
          <a:endParaRPr lang="en-US"/>
        </a:p>
      </dgm:t>
    </dgm:pt>
    <dgm:pt modelId="{E024DC21-3FDC-49CF-85F1-B7CF8112EB30}" type="sibTrans" cxnId="{412D01C9-D5DF-4A46-AC74-F14B44DCCAAA}">
      <dgm:prSet/>
      <dgm:spPr/>
      <dgm:t>
        <a:bodyPr/>
        <a:lstStyle/>
        <a:p>
          <a:endParaRPr lang="en-US"/>
        </a:p>
      </dgm:t>
    </dgm:pt>
    <dgm:pt modelId="{019ED480-455E-4A74-B1C1-410DFF3F5BE5}">
      <dgm:prSet/>
      <dgm:spPr/>
      <dgm:t>
        <a:bodyPr/>
        <a:lstStyle/>
        <a:p>
          <a:r>
            <a:rPr lang="en-US"/>
            <a:t>Common join key: UNITID</a:t>
          </a:r>
        </a:p>
      </dgm:t>
    </dgm:pt>
    <dgm:pt modelId="{4DFB1046-A0CE-4D27-B29B-31D99DE1E71C}" type="parTrans" cxnId="{644C3D10-0968-4A21-866A-9AF51EDEBB04}">
      <dgm:prSet/>
      <dgm:spPr/>
      <dgm:t>
        <a:bodyPr/>
        <a:lstStyle/>
        <a:p>
          <a:endParaRPr lang="en-US"/>
        </a:p>
      </dgm:t>
    </dgm:pt>
    <dgm:pt modelId="{D11B83D8-40EB-48CC-840E-F04703880D91}" type="sibTrans" cxnId="{644C3D10-0968-4A21-866A-9AF51EDEBB04}">
      <dgm:prSet/>
      <dgm:spPr/>
      <dgm:t>
        <a:bodyPr/>
        <a:lstStyle/>
        <a:p>
          <a:endParaRPr lang="en-US"/>
        </a:p>
      </dgm:t>
    </dgm:pt>
    <dgm:pt modelId="{F648FD4E-90E9-4F33-9276-B4AA792EA606}" type="pres">
      <dgm:prSet presAssocID="{5A61E238-3470-44B4-923B-5F3470F57103}" presName="diagram" presStyleCnt="0">
        <dgm:presLayoutVars>
          <dgm:dir/>
          <dgm:resizeHandles val="exact"/>
        </dgm:presLayoutVars>
      </dgm:prSet>
      <dgm:spPr/>
    </dgm:pt>
    <dgm:pt modelId="{09AF68DA-D5C2-4A44-869B-9B9870B822D8}" type="pres">
      <dgm:prSet presAssocID="{7A3ED8D9-E23A-4D0B-A5AF-54CEF3DDE117}" presName="node" presStyleLbl="node1" presStyleIdx="0" presStyleCnt="4">
        <dgm:presLayoutVars>
          <dgm:bulletEnabled val="1"/>
        </dgm:presLayoutVars>
      </dgm:prSet>
      <dgm:spPr/>
    </dgm:pt>
    <dgm:pt modelId="{E06B02AA-892B-4889-A287-EA51FC35DD5F}" type="pres">
      <dgm:prSet presAssocID="{EEE7EF08-B6A8-4B48-AB31-EE1A621102F6}" presName="sibTrans" presStyleLbl="sibTrans2D1" presStyleIdx="0" presStyleCnt="3"/>
      <dgm:spPr/>
    </dgm:pt>
    <dgm:pt modelId="{04F7F979-401E-426F-B04F-36067622B015}" type="pres">
      <dgm:prSet presAssocID="{EEE7EF08-B6A8-4B48-AB31-EE1A621102F6}" presName="connectorText" presStyleLbl="sibTrans2D1" presStyleIdx="0" presStyleCnt="3"/>
      <dgm:spPr/>
    </dgm:pt>
    <dgm:pt modelId="{2BFEDA3F-7B39-4B67-B1FA-35760449980A}" type="pres">
      <dgm:prSet presAssocID="{2A5D88C9-1C37-4CA9-B250-8E2A39C3C498}" presName="node" presStyleLbl="node1" presStyleIdx="1" presStyleCnt="4">
        <dgm:presLayoutVars>
          <dgm:bulletEnabled val="1"/>
        </dgm:presLayoutVars>
      </dgm:prSet>
      <dgm:spPr/>
    </dgm:pt>
    <dgm:pt modelId="{D886A217-ACED-4C3E-83F0-C69AD220DB04}" type="pres">
      <dgm:prSet presAssocID="{B6B3EBF1-04E7-4792-9918-86CAAF57A5FB}" presName="sibTrans" presStyleLbl="sibTrans2D1" presStyleIdx="1" presStyleCnt="3"/>
      <dgm:spPr/>
    </dgm:pt>
    <dgm:pt modelId="{2BC02EE0-5626-4E09-AA99-1896AC9AF00F}" type="pres">
      <dgm:prSet presAssocID="{B6B3EBF1-04E7-4792-9918-86CAAF57A5FB}" presName="connectorText" presStyleLbl="sibTrans2D1" presStyleIdx="1" presStyleCnt="3"/>
      <dgm:spPr/>
    </dgm:pt>
    <dgm:pt modelId="{6E48CA9C-286F-45D7-94D3-22B12F42D962}" type="pres">
      <dgm:prSet presAssocID="{91575214-0F18-49B3-90E2-D76299E5289F}" presName="node" presStyleLbl="node1" presStyleIdx="2" presStyleCnt="4">
        <dgm:presLayoutVars>
          <dgm:bulletEnabled val="1"/>
        </dgm:presLayoutVars>
      </dgm:prSet>
      <dgm:spPr/>
    </dgm:pt>
    <dgm:pt modelId="{D935F90A-93E8-47B1-92AE-B213AFF080A0}" type="pres">
      <dgm:prSet presAssocID="{E024DC21-3FDC-49CF-85F1-B7CF8112EB30}" presName="sibTrans" presStyleLbl="sibTrans2D1" presStyleIdx="2" presStyleCnt="3"/>
      <dgm:spPr/>
    </dgm:pt>
    <dgm:pt modelId="{37B81EDB-570D-4712-BB4C-A937478844DB}" type="pres">
      <dgm:prSet presAssocID="{E024DC21-3FDC-49CF-85F1-B7CF8112EB30}" presName="connectorText" presStyleLbl="sibTrans2D1" presStyleIdx="2" presStyleCnt="3"/>
      <dgm:spPr/>
    </dgm:pt>
    <dgm:pt modelId="{187E93A9-1F90-43B3-884E-764F00922711}" type="pres">
      <dgm:prSet presAssocID="{019ED480-455E-4A74-B1C1-410DFF3F5BE5}" presName="node" presStyleLbl="node1" presStyleIdx="3" presStyleCnt="4">
        <dgm:presLayoutVars>
          <dgm:bulletEnabled val="1"/>
        </dgm:presLayoutVars>
      </dgm:prSet>
      <dgm:spPr/>
    </dgm:pt>
  </dgm:ptLst>
  <dgm:cxnLst>
    <dgm:cxn modelId="{84B2530C-3AA7-48C0-BCC2-252FF5C729E3}" type="presOf" srcId="{2A5D88C9-1C37-4CA9-B250-8E2A39C3C498}" destId="{2BFEDA3F-7B39-4B67-B1FA-35760449980A}" srcOrd="0" destOrd="0" presId="urn:microsoft.com/office/officeart/2005/8/layout/process5"/>
    <dgm:cxn modelId="{644C3D10-0968-4A21-866A-9AF51EDEBB04}" srcId="{5A61E238-3470-44B4-923B-5F3470F57103}" destId="{019ED480-455E-4A74-B1C1-410DFF3F5BE5}" srcOrd="3" destOrd="0" parTransId="{4DFB1046-A0CE-4D27-B29B-31D99DE1E71C}" sibTransId="{D11B83D8-40EB-48CC-840E-F04703880D91}"/>
    <dgm:cxn modelId="{49419315-CB9E-48E9-B954-479AAFB22B7A}" type="presOf" srcId="{E024DC21-3FDC-49CF-85F1-B7CF8112EB30}" destId="{37B81EDB-570D-4712-BB4C-A937478844DB}" srcOrd="1" destOrd="0" presId="urn:microsoft.com/office/officeart/2005/8/layout/process5"/>
    <dgm:cxn modelId="{F157871D-65D8-442C-B247-6E9F0E7ABF1E}" type="presOf" srcId="{019ED480-455E-4A74-B1C1-410DFF3F5BE5}" destId="{187E93A9-1F90-43B3-884E-764F00922711}" srcOrd="0" destOrd="0" presId="urn:microsoft.com/office/officeart/2005/8/layout/process5"/>
    <dgm:cxn modelId="{2CDA582C-4029-46B8-A7E9-F49D7E769252}" type="presOf" srcId="{B6B3EBF1-04E7-4792-9918-86CAAF57A5FB}" destId="{D886A217-ACED-4C3E-83F0-C69AD220DB04}" srcOrd="0" destOrd="0" presId="urn:microsoft.com/office/officeart/2005/8/layout/process5"/>
    <dgm:cxn modelId="{54900B65-B3A1-4431-BF4C-04E5177A06C0}" type="presOf" srcId="{EEE7EF08-B6A8-4B48-AB31-EE1A621102F6}" destId="{04F7F979-401E-426F-B04F-36067622B015}" srcOrd="1" destOrd="0" presId="urn:microsoft.com/office/officeart/2005/8/layout/process5"/>
    <dgm:cxn modelId="{5A3FA348-D406-4736-92E0-117F199F55BC}" type="presOf" srcId="{EEE7EF08-B6A8-4B48-AB31-EE1A621102F6}" destId="{E06B02AA-892B-4889-A287-EA51FC35DD5F}" srcOrd="0" destOrd="0" presId="urn:microsoft.com/office/officeart/2005/8/layout/process5"/>
    <dgm:cxn modelId="{563BEF59-E0CF-450F-BE1B-AB123016B2E9}" type="presOf" srcId="{7A3ED8D9-E23A-4D0B-A5AF-54CEF3DDE117}" destId="{09AF68DA-D5C2-4A44-869B-9B9870B822D8}" srcOrd="0" destOrd="0" presId="urn:microsoft.com/office/officeart/2005/8/layout/process5"/>
    <dgm:cxn modelId="{74BDB0A6-CE2C-4A5D-99CE-E8365DC10918}" srcId="{5A61E238-3470-44B4-923B-5F3470F57103}" destId="{2A5D88C9-1C37-4CA9-B250-8E2A39C3C498}" srcOrd="1" destOrd="0" parTransId="{79770D8F-AB47-45C0-A9B8-991DA990E537}" sibTransId="{B6B3EBF1-04E7-4792-9918-86CAAF57A5FB}"/>
    <dgm:cxn modelId="{E960D6C0-4EE6-4755-BF0A-8CB690771A99}" type="presOf" srcId="{B6B3EBF1-04E7-4792-9918-86CAAF57A5FB}" destId="{2BC02EE0-5626-4E09-AA99-1896AC9AF00F}" srcOrd="1" destOrd="0" presId="urn:microsoft.com/office/officeart/2005/8/layout/process5"/>
    <dgm:cxn modelId="{412D01C9-D5DF-4A46-AC74-F14B44DCCAAA}" srcId="{5A61E238-3470-44B4-923B-5F3470F57103}" destId="{91575214-0F18-49B3-90E2-D76299E5289F}" srcOrd="2" destOrd="0" parTransId="{A2A2B091-0AAE-43E8-B417-79EA43D1BB50}" sibTransId="{E024DC21-3FDC-49CF-85F1-B7CF8112EB30}"/>
    <dgm:cxn modelId="{DC945CC9-F225-401B-BB2B-88CBCD9EA3E9}" type="presOf" srcId="{5A61E238-3470-44B4-923B-5F3470F57103}" destId="{F648FD4E-90E9-4F33-9276-B4AA792EA606}" srcOrd="0" destOrd="0" presId="urn:microsoft.com/office/officeart/2005/8/layout/process5"/>
    <dgm:cxn modelId="{A3035ADD-446A-411A-88AC-23F932258FD6}" type="presOf" srcId="{E024DC21-3FDC-49CF-85F1-B7CF8112EB30}" destId="{D935F90A-93E8-47B1-92AE-B213AFF080A0}" srcOrd="0" destOrd="0" presId="urn:microsoft.com/office/officeart/2005/8/layout/process5"/>
    <dgm:cxn modelId="{6C7BDEDE-F9C9-4D6F-955D-E539983CC711}" type="presOf" srcId="{91575214-0F18-49B3-90E2-D76299E5289F}" destId="{6E48CA9C-286F-45D7-94D3-22B12F42D962}" srcOrd="0" destOrd="0" presId="urn:microsoft.com/office/officeart/2005/8/layout/process5"/>
    <dgm:cxn modelId="{B413C0FF-A26D-47C8-B823-0173DACC4B9A}" srcId="{5A61E238-3470-44B4-923B-5F3470F57103}" destId="{7A3ED8D9-E23A-4D0B-A5AF-54CEF3DDE117}" srcOrd="0" destOrd="0" parTransId="{D0A43CA1-3456-438E-8241-6D732C045FAD}" sibTransId="{EEE7EF08-B6A8-4B48-AB31-EE1A621102F6}"/>
    <dgm:cxn modelId="{727DE359-2AD9-4865-BF31-03DBE1520359}" type="presParOf" srcId="{F648FD4E-90E9-4F33-9276-B4AA792EA606}" destId="{09AF68DA-D5C2-4A44-869B-9B9870B822D8}" srcOrd="0" destOrd="0" presId="urn:microsoft.com/office/officeart/2005/8/layout/process5"/>
    <dgm:cxn modelId="{9086BF3D-9386-4C42-AE85-F7A5D50E44F8}" type="presParOf" srcId="{F648FD4E-90E9-4F33-9276-B4AA792EA606}" destId="{E06B02AA-892B-4889-A287-EA51FC35DD5F}" srcOrd="1" destOrd="0" presId="urn:microsoft.com/office/officeart/2005/8/layout/process5"/>
    <dgm:cxn modelId="{A3126DF5-7A0E-4BE7-A89C-9BF4DAA5BA8A}" type="presParOf" srcId="{E06B02AA-892B-4889-A287-EA51FC35DD5F}" destId="{04F7F979-401E-426F-B04F-36067622B015}" srcOrd="0" destOrd="0" presId="urn:microsoft.com/office/officeart/2005/8/layout/process5"/>
    <dgm:cxn modelId="{A52F9AB9-4A94-474B-8B16-2C0BF7D0D2A8}" type="presParOf" srcId="{F648FD4E-90E9-4F33-9276-B4AA792EA606}" destId="{2BFEDA3F-7B39-4B67-B1FA-35760449980A}" srcOrd="2" destOrd="0" presId="urn:microsoft.com/office/officeart/2005/8/layout/process5"/>
    <dgm:cxn modelId="{BCD9CE91-D106-43C6-BD9B-D4F4D247F8F7}" type="presParOf" srcId="{F648FD4E-90E9-4F33-9276-B4AA792EA606}" destId="{D886A217-ACED-4C3E-83F0-C69AD220DB04}" srcOrd="3" destOrd="0" presId="urn:microsoft.com/office/officeart/2005/8/layout/process5"/>
    <dgm:cxn modelId="{A9F81033-ECAC-402D-A258-7F26B7A3DA18}" type="presParOf" srcId="{D886A217-ACED-4C3E-83F0-C69AD220DB04}" destId="{2BC02EE0-5626-4E09-AA99-1896AC9AF00F}" srcOrd="0" destOrd="0" presId="urn:microsoft.com/office/officeart/2005/8/layout/process5"/>
    <dgm:cxn modelId="{571116F7-E255-4AD0-A886-E6CF3E9B7923}" type="presParOf" srcId="{F648FD4E-90E9-4F33-9276-B4AA792EA606}" destId="{6E48CA9C-286F-45D7-94D3-22B12F42D962}" srcOrd="4" destOrd="0" presId="urn:microsoft.com/office/officeart/2005/8/layout/process5"/>
    <dgm:cxn modelId="{14BA42EC-C936-4189-9D00-46B93A2353B0}" type="presParOf" srcId="{F648FD4E-90E9-4F33-9276-B4AA792EA606}" destId="{D935F90A-93E8-47B1-92AE-B213AFF080A0}" srcOrd="5" destOrd="0" presId="urn:microsoft.com/office/officeart/2005/8/layout/process5"/>
    <dgm:cxn modelId="{FF7457D4-4219-4056-9660-202D7BF4CF49}" type="presParOf" srcId="{D935F90A-93E8-47B1-92AE-B213AFF080A0}" destId="{37B81EDB-570D-4712-BB4C-A937478844DB}" srcOrd="0" destOrd="0" presId="urn:microsoft.com/office/officeart/2005/8/layout/process5"/>
    <dgm:cxn modelId="{0EC9FFAB-EC78-43CF-9DC2-EEA7053BF0AC}" type="presParOf" srcId="{F648FD4E-90E9-4F33-9276-B4AA792EA606}" destId="{187E93A9-1F90-43B3-884E-764F00922711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3640F-FEB7-4A84-8FAC-3A9494C4BC22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932B6-EFA9-4A26-865E-C3A240502726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22177-B876-465E-BC6D-AE9E0271053E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Objective</a:t>
          </a:r>
          <a:r>
            <a:rPr lang="en-US" sz="2200" kern="1200"/>
            <a:t>: Build an institution-level decision-support workflow using public higher-ed data</a:t>
          </a:r>
        </a:p>
      </dsp:txBody>
      <dsp:txXfrm>
        <a:off x="1948202" y="368029"/>
        <a:ext cx="3233964" cy="1371985"/>
      </dsp:txXfrm>
    </dsp:sp>
    <dsp:sp modelId="{E800FC30-1F2E-4D79-A2F5-63D6998C9FA8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439F2-8B86-4714-8D71-B6A11CE60FFC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6AB69-C1A7-4843-9799-658F86DB8C95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Challenge</a:t>
          </a:r>
          <a:r>
            <a:rPr lang="en-US" sz="2200" kern="1200"/>
            <a:t>: Public data has institution-level outcomes, not student-level application histories</a:t>
          </a:r>
        </a:p>
      </dsp:txBody>
      <dsp:txXfrm>
        <a:off x="7411643" y="368029"/>
        <a:ext cx="3233964" cy="1371985"/>
      </dsp:txXfrm>
    </dsp:sp>
    <dsp:sp modelId="{1E63D85F-247C-41EA-9253-F76B9A50E772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999C7-48EB-493C-8377-C3AABD46A869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DE50C-348C-400C-ABEA-7EF3EF4C9EF7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Goal</a:t>
          </a:r>
          <a:r>
            <a:rPr lang="en-US" sz="2200" kern="1200"/>
            <a:t>: Predict institutional graduation-outcome strength as a proxy for student decision support</a:t>
          </a:r>
        </a:p>
      </dsp:txBody>
      <dsp:txXfrm>
        <a:off x="1948202" y="2452790"/>
        <a:ext cx="3233964" cy="1371985"/>
      </dsp:txXfrm>
    </dsp:sp>
    <dsp:sp modelId="{564AC225-557E-4A6D-B4FF-5B43AB1F7017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23F6FC-6B6F-42FE-8D81-35EAD65ABF51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0EFBD2-DE9F-449B-B373-1D45C4B185C4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Constraint-aware</a:t>
          </a:r>
          <a:r>
            <a:rPr lang="en-US" sz="2200" kern="1200"/>
            <a:t> </a:t>
          </a:r>
          <a:r>
            <a:rPr lang="en-US" sz="2200" b="1" kern="1200"/>
            <a:t>approach</a:t>
          </a:r>
          <a:r>
            <a:rPr lang="en-US" sz="2200" kern="1200"/>
            <a:t>: Use transparent, reproducible, auditable transformations</a:t>
          </a:r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F68DA-D5C2-4A44-869B-9B9870B822D8}">
      <dsp:nvSpPr>
        <dsp:cNvPr id="0" name=""/>
        <dsp:cNvSpPr/>
      </dsp:nvSpPr>
      <dsp:spPr>
        <a:xfrm>
          <a:off x="1302" y="505550"/>
          <a:ext cx="2776761" cy="16660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Core institutional sources: HD, IC, FLAGS</a:t>
          </a:r>
        </a:p>
      </dsp:txBody>
      <dsp:txXfrm>
        <a:off x="50099" y="554347"/>
        <a:ext cx="2679167" cy="1568463"/>
      </dsp:txXfrm>
    </dsp:sp>
    <dsp:sp modelId="{E06B02AA-892B-4889-A287-EA51FC35DD5F}">
      <dsp:nvSpPr>
        <dsp:cNvPr id="0" name=""/>
        <dsp:cNvSpPr/>
      </dsp:nvSpPr>
      <dsp:spPr>
        <a:xfrm>
          <a:off x="3022419" y="994260"/>
          <a:ext cx="588673" cy="6886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3022419" y="1131987"/>
        <a:ext cx="412071" cy="413182"/>
      </dsp:txXfrm>
    </dsp:sp>
    <dsp:sp modelId="{2BFEDA3F-7B39-4B67-B1FA-35760449980A}">
      <dsp:nvSpPr>
        <dsp:cNvPr id="0" name=""/>
        <dsp:cNvSpPr/>
      </dsp:nvSpPr>
      <dsp:spPr>
        <a:xfrm>
          <a:off x="3888768" y="505550"/>
          <a:ext cx="2776761" cy="16660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Added predictive sources: ADM, SFA, COST1, COST2</a:t>
          </a:r>
        </a:p>
      </dsp:txBody>
      <dsp:txXfrm>
        <a:off x="3937565" y="554347"/>
        <a:ext cx="2679167" cy="1568463"/>
      </dsp:txXfrm>
    </dsp:sp>
    <dsp:sp modelId="{D886A217-ACED-4C3E-83F0-C69AD220DB04}">
      <dsp:nvSpPr>
        <dsp:cNvPr id="0" name=""/>
        <dsp:cNvSpPr/>
      </dsp:nvSpPr>
      <dsp:spPr>
        <a:xfrm rot="5400000">
          <a:off x="4982813" y="2365980"/>
          <a:ext cx="588673" cy="6886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5070559" y="2415961"/>
        <a:ext cx="413182" cy="412071"/>
      </dsp:txXfrm>
    </dsp:sp>
    <dsp:sp modelId="{6E48CA9C-286F-45D7-94D3-22B12F42D962}">
      <dsp:nvSpPr>
        <dsp:cNvPr id="0" name=""/>
        <dsp:cNvSpPr/>
      </dsp:nvSpPr>
      <dsp:spPr>
        <a:xfrm>
          <a:off x="3888768" y="3282312"/>
          <a:ext cx="2776761" cy="16660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Long-format cohort sources: EF, GR</a:t>
          </a:r>
        </a:p>
      </dsp:txBody>
      <dsp:txXfrm>
        <a:off x="3937565" y="3331109"/>
        <a:ext cx="2679167" cy="1568463"/>
      </dsp:txXfrm>
    </dsp:sp>
    <dsp:sp modelId="{D935F90A-93E8-47B1-92AE-B213AFF080A0}">
      <dsp:nvSpPr>
        <dsp:cNvPr id="0" name=""/>
        <dsp:cNvSpPr/>
      </dsp:nvSpPr>
      <dsp:spPr>
        <a:xfrm rot="10800000">
          <a:off x="3055740" y="3771022"/>
          <a:ext cx="588673" cy="6886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3232342" y="3908749"/>
        <a:ext cx="412071" cy="413182"/>
      </dsp:txXfrm>
    </dsp:sp>
    <dsp:sp modelId="{187E93A9-1F90-43B3-884E-764F00922711}">
      <dsp:nvSpPr>
        <dsp:cNvPr id="0" name=""/>
        <dsp:cNvSpPr/>
      </dsp:nvSpPr>
      <dsp:spPr>
        <a:xfrm>
          <a:off x="1302" y="3282312"/>
          <a:ext cx="2776761" cy="166605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Common join key: UNITID</a:t>
          </a:r>
        </a:p>
      </dsp:txBody>
      <dsp:txXfrm>
        <a:off x="50099" y="3331109"/>
        <a:ext cx="2679167" cy="15684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6DD7-C57E-031C-237C-0B6A5B77C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C253B-507A-BD6A-E532-DA98C3687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1C9D2-59CB-06BD-8C54-984436E2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D1E33-A06C-AF20-D400-75A924BB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EB223-4BC9-9AEF-E9C1-C89D5378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5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568A2-DD42-7D1B-17F4-1027BDD9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5879"/>
          </a:xfrm>
        </p:spPr>
        <p:txBody>
          <a:bodyPr>
            <a:noAutofit/>
          </a:bodyPr>
          <a:lstStyle>
            <a:lvl1pPr>
              <a:defRPr sz="3200" cap="all" baseline="0">
                <a:latin typeface="Aptos Semi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CC2D7-C763-6C5B-7A5D-9DAD52E72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7772"/>
            <a:ext cx="10515600" cy="5229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FCB0-3134-969E-5BA4-659B72D45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32A37-17CD-F6FE-6112-6F1E2A43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A19C7-1C77-7312-04EE-AB4C2DBDA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43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180F7-0137-38B3-6DC3-6BE1F2A47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29214-6DBC-52C3-99AF-402FC3F31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8D4B2-9C7E-D31A-CC85-F2AD6DD7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347C2-00D1-589E-4821-CC831EA7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D541F-3380-8FDC-B914-4646F221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297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04BF-FB47-F3C0-E26F-25B501195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2C760-B7AC-0930-4D97-053839789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FA99F-3B63-21B0-C16F-9DFAB4890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1B861-ACE5-EEF8-15DF-5B641D2A9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9E938-8AED-9C0F-119C-667CF0E4B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2CEFF-9342-78B8-337D-E6103DC9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91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E9D5-DA33-F473-A6A6-DC6B8AFA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B23C3-2190-530B-4892-81F10887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0C4DD0-7B91-D75C-AB43-31D4CF8E6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DB9DA-A080-57F6-4CAF-86DE49C0F9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A3DE4-B7CD-D830-0F6A-17F0B18D30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EE83F4-0A91-8795-05E3-884300742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407A93-8490-5039-95C7-F27B8A63E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3862A-128C-DD4D-3BDF-37558E78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9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3C606-FCF3-EC1D-76FC-7DD33E09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54118-DB42-0DD7-DE90-C5719663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C6024-48E0-7985-E591-C920120F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75C88-8AA2-E470-A98C-8D54B4AD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17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83077-9431-9BE9-1B70-B7C5A13B2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F382B0-996A-4A6F-02CA-20B1F02A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A42E7-2165-466B-E7C5-2F8D73F5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7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85E8-AC00-9633-F25A-BEC5068C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FCEA3-6D67-6F3B-E081-135F5CBAC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116FF-1905-07E1-4E64-E55D43395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79AED-1124-A813-A177-89E709E4B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F13C0-A43C-5F63-5F05-EC16DC44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90A5D-6356-E52B-2C5D-ADABD4A21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5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F8E5-C500-AECE-2660-55B18B6F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74BF32-C14D-CD2B-97CD-3FD3083A8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DA421-3485-5FAC-5706-67D3D5D11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2ECF7-8018-B866-CC95-6158946B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8F1E2-A734-E03C-17D9-1DBE0BCE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06474-5E2C-FEC1-85D3-A3EFAC180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64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5026-F3BD-1EF2-875D-6B5EC3C6B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9DA5F-C112-AF6E-5913-1F12C39AB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7382-7284-ECE9-1F4D-4093A0CAA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5FFB3-1A17-2564-F9B8-AE4E4EB3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069F2-F94D-C998-C927-6CFB2B7D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04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4D5B7-60B6-DE00-E7E7-A56C62E80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B7488-E55C-D891-5FD6-F4D83DA1F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6F67F-9B72-51B1-529D-119E6774B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F893A-EC89-C348-7353-822BA953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8EFE4-C7B5-23B5-BCF7-44CF1F16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68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F4BEFD-B490-1CED-2967-1A728368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F4497-6B85-1074-2CDB-5CDEDE55B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DD9D4-1D06-7059-ECCD-43D994096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0B86B-B518-416D-85A9-6C4B2529B192}" type="datetimeFigureOut">
              <a:rPr lang="en-US" smtClean="0"/>
              <a:t>2026-03-16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5562-D6E4-59ED-D6C4-304FD9DC3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50698-220E-3957-FAFD-68F9809CE2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A8A0C-E554-4B5A-B32B-0A6368580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9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5" Type="http://schemas.openxmlformats.org/officeDocument/2006/relationships/image" Target="../media/image12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emf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tarting line of a race track">
            <a:extLst>
              <a:ext uri="{FF2B5EF4-FFF2-40B4-BE49-F238E27FC236}">
                <a16:creationId xmlns:a16="http://schemas.microsoft.com/office/drawing/2014/main" id="{7141B766-95D6-4A7A-CE21-ADD4A1E000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010" b="72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934283-E3F0-A061-EB9D-1DA8C276B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sz="5100" noProof="0">
                <a:solidFill>
                  <a:srgbClr val="FFFFFF"/>
                </a:solidFill>
              </a:rPr>
              <a:t>Data-Driven College Match </a:t>
            </a:r>
            <a:r>
              <a:rPr lang="en-US" sz="5100" i="1" noProof="0">
                <a:solidFill>
                  <a:srgbClr val="FFFFFF"/>
                </a:solidFill>
              </a:rPr>
              <a:t>Reproducible IPEDS Pipeline and Baseline Outcome Modeling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8F955-CCE8-6E93-851D-FA6287677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noProof="0">
                <a:solidFill>
                  <a:srgbClr val="FFFFFF"/>
                </a:solidFill>
              </a:rPr>
              <a:t>Group 8</a:t>
            </a:r>
          </a:p>
          <a:p>
            <a:r>
              <a:rPr lang="en-US" noProof="0">
                <a:solidFill>
                  <a:srgbClr val="FFFFFF"/>
                </a:solidFill>
              </a:rPr>
              <a:t>Name|Name|Name|Name</a:t>
            </a:r>
          </a:p>
          <a:p>
            <a:endParaRPr lang="en-US" noProof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506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5EB27-3150-B31A-AA59-4EB2D2614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noProof="0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F98051-556E-07E2-EE0F-1AB3AF208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191756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783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C43F1-05FA-8829-DBC7-4A60894C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noProof="0">
                <a:solidFill>
                  <a:srgbClr val="FFFFFF"/>
                </a:solidFill>
              </a:rPr>
              <a:t>Data Inputs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2FC154-8AD3-BC60-413F-691744AA9B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97968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557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516B-BB02-026A-4309-FEB1AD28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Logic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633F08-8BA7-1F1A-CE34-292FBAF15104}"/>
              </a:ext>
            </a:extLst>
          </p:cNvPr>
          <p:cNvSpPr/>
          <p:nvPr/>
        </p:nvSpPr>
        <p:spPr>
          <a:xfrm>
            <a:off x="838200" y="1843241"/>
            <a:ext cx="1749600" cy="680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01: Audit Inputs and Join Coverage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5CD69B-BB76-55CA-ED45-46A3FBD4F81F}"/>
              </a:ext>
            </a:extLst>
          </p:cNvPr>
          <p:cNvSpPr/>
          <p:nvPr/>
        </p:nvSpPr>
        <p:spPr>
          <a:xfrm>
            <a:off x="2591400" y="2596265"/>
            <a:ext cx="1749600" cy="680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04: Flatten EF/GR long-format cohort data to one row per UNITID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7954E6-CB2F-791C-0BC4-041076289C63}"/>
              </a:ext>
            </a:extLst>
          </p:cNvPr>
          <p:cNvSpPr/>
          <p:nvPr/>
        </p:nvSpPr>
        <p:spPr>
          <a:xfrm>
            <a:off x="4344600" y="3349289"/>
            <a:ext cx="1749600" cy="680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02: Build unified analysis base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CAE497-21BD-ADFB-A825-21321A1170D5}"/>
              </a:ext>
            </a:extLst>
          </p:cNvPr>
          <p:cNvSpPr/>
          <p:nvPr/>
        </p:nvSpPr>
        <p:spPr>
          <a:xfrm>
            <a:off x="6097800" y="4102313"/>
            <a:ext cx="1749600" cy="680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05: Build project target from graduation cohort outcomes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E66ABB-0C48-55A4-F23F-59CC93DE45E1}"/>
              </a:ext>
            </a:extLst>
          </p:cNvPr>
          <p:cNvSpPr/>
          <p:nvPr/>
        </p:nvSpPr>
        <p:spPr>
          <a:xfrm>
            <a:off x="7851000" y="4855337"/>
            <a:ext cx="1749600" cy="680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03: Build modeling-ready dataset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D16D1C-7C95-41AB-7D7F-D9F5BAF5BDEE}"/>
              </a:ext>
            </a:extLst>
          </p:cNvPr>
          <p:cNvSpPr/>
          <p:nvPr/>
        </p:nvSpPr>
        <p:spPr>
          <a:xfrm>
            <a:off x="9604200" y="5535560"/>
            <a:ext cx="1749600" cy="680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noProof="0" dirty="0"/>
              <a:t>06: Train baseline models + export metrics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87F2210-D338-565F-581D-4AC665F915EC}"/>
              </a:ext>
            </a:extLst>
          </p:cNvPr>
          <p:cNvCxnSpPr>
            <a:stCxn id="4" idx="3"/>
            <a:endCxn id="5" idx="0"/>
          </p:cNvCxnSpPr>
          <p:nvPr/>
        </p:nvCxnSpPr>
        <p:spPr>
          <a:xfrm>
            <a:off x="2587800" y="2183353"/>
            <a:ext cx="878400" cy="4129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110D655-048A-A0E0-7272-94F0126AC53E}"/>
              </a:ext>
            </a:extLst>
          </p:cNvPr>
          <p:cNvCxnSpPr>
            <a:cxnSpLocks/>
            <a:stCxn id="5" idx="3"/>
            <a:endCxn id="6" idx="0"/>
          </p:cNvCxnSpPr>
          <p:nvPr/>
        </p:nvCxnSpPr>
        <p:spPr>
          <a:xfrm>
            <a:off x="4341000" y="2936377"/>
            <a:ext cx="878400" cy="4129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D9F5829-B506-468B-8BC7-1D92F863099A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6094200" y="3689401"/>
            <a:ext cx="878400" cy="4129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85934D7-1EA8-3109-DB23-FD275D83E9FE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7847400" y="4442425"/>
            <a:ext cx="878400" cy="41291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5E252CD1-B315-0C4B-04E9-6C701A00C686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9600600" y="5195449"/>
            <a:ext cx="878400" cy="3401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C3E2B12-C1CF-CFB4-9485-B3E36ED63EDF}"/>
              </a:ext>
            </a:extLst>
          </p:cNvPr>
          <p:cNvSpPr txBox="1"/>
          <p:nvPr/>
        </p:nvSpPr>
        <p:spPr>
          <a:xfrm>
            <a:off x="359035" y="6379677"/>
            <a:ext cx="6097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Order is intentional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2DA6BE-AEE5-49CB-B36F-415A526C3C4A}"/>
              </a:ext>
            </a:extLst>
          </p:cNvPr>
          <p:cNvSpPr txBox="1"/>
          <p:nvPr/>
        </p:nvSpPr>
        <p:spPr>
          <a:xfrm>
            <a:off x="948219" y="2614024"/>
            <a:ext cx="1529562" cy="13388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sz="900" dirty="0"/>
              <a:t>Profiles all source CSVs (rows, columns, missingness, UNITID completeness), computes cross-file UNITID overlap, and writes audit artifacts to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data_audit_summary.csv</a:t>
            </a:r>
            <a:r>
              <a:rPr lang="en-US" sz="900" dirty="0"/>
              <a:t>, 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unitid_join_coverage.json</a:t>
            </a:r>
            <a:r>
              <a:rPr lang="en-US" sz="900" dirty="0"/>
              <a:t>, and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input_inventory.csv</a:t>
            </a:r>
            <a:r>
              <a:rPr lang="en-US" sz="900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C235AC-FBB8-307F-B7A4-9D97D3C059A5}"/>
              </a:ext>
            </a:extLst>
          </p:cNvPr>
          <p:cNvSpPr txBox="1"/>
          <p:nvPr/>
        </p:nvSpPr>
        <p:spPr>
          <a:xfrm>
            <a:off x="2532791" y="3320068"/>
            <a:ext cx="1749600" cy="106182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/>
              <a:t>converts long-format 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ef2024a.csv</a:t>
            </a:r>
            <a:r>
              <a:rPr lang="en-US" dirty="0"/>
              <a:t> and 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gr2024.csv</a:t>
            </a:r>
            <a:r>
              <a:rPr lang="en-US" dirty="0"/>
              <a:t> into one-row-per-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UNITID</a:t>
            </a:r>
            <a:r>
              <a:rPr lang="en-US" dirty="0"/>
              <a:t> aggregate </a:t>
            </a:r>
            <a:r>
              <a:rPr lang="en-US"/>
              <a:t>features  and writes  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longformat_unitid_features.csv</a:t>
            </a:r>
            <a:r>
              <a:rPr lang="en-US" dirty="0"/>
              <a:t> plus 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longformat_unitid_features_report.json</a:t>
            </a:r>
            <a:r>
              <a:rPr lang="en-US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B7F112-6356-9D0E-FC48-CC04DB5EC877}"/>
              </a:ext>
            </a:extLst>
          </p:cNvPr>
          <p:cNvSpPr txBox="1"/>
          <p:nvPr/>
        </p:nvSpPr>
        <p:spPr>
          <a:xfrm>
            <a:off x="4282391" y="4085366"/>
            <a:ext cx="1749600" cy="1188902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/>
              <a:t>Left-joins one-row-per-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UNITID</a:t>
            </a:r>
            <a:r>
              <a:rPr lang="en-US" dirty="0"/>
              <a:t> sources (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hd</a:t>
            </a:r>
            <a:r>
              <a:rPr lang="en-US" dirty="0"/>
              <a:t>, 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ic</a:t>
            </a:r>
            <a:r>
              <a:rPr lang="en-US" dirty="0"/>
              <a:t>,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flags</a:t>
            </a:r>
            <a:r>
              <a:rPr lang="en-US" dirty="0"/>
              <a:t>, 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adm</a:t>
            </a:r>
            <a:r>
              <a:rPr lang="en-US" dirty="0"/>
              <a:t>, </a:t>
            </a:r>
            <a:r>
              <a:rPr lang="en-US" dirty="0" err="1"/>
              <a:t>sfa</a:t>
            </a:r>
            <a:r>
              <a:rPr lang="en-US" dirty="0"/>
              <a:t>,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cost1</a:t>
            </a:r>
            <a:r>
              <a:rPr lang="en-US" dirty="0"/>
              <a:t>,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cost2</a:t>
            </a:r>
            <a:r>
              <a:rPr lang="en-US" dirty="0"/>
              <a:t>, and derived 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longfmt</a:t>
            </a:r>
            <a:r>
              <a:rPr lang="en-US" dirty="0"/>
              <a:t>) into a source-prefixed master table and writes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analysis_base.csv </a:t>
            </a:r>
            <a:r>
              <a:rPr lang="en-US" dirty="0"/>
              <a:t>and 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analysis_base_join_report.json</a:t>
            </a:r>
            <a:r>
              <a:rPr lang="en-US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956FC8-514E-F339-E7E9-6469D4FA0083}"/>
              </a:ext>
            </a:extLst>
          </p:cNvPr>
          <p:cNvSpPr txBox="1"/>
          <p:nvPr/>
        </p:nvSpPr>
        <p:spPr>
          <a:xfrm>
            <a:off x="6207819" y="2238459"/>
            <a:ext cx="1749600" cy="78483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/>
              <a:t>Derives an institution-level graduation outcome target from 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gr2024.csv</a:t>
            </a:r>
            <a:r>
              <a:rPr lang="en-US" dirty="0"/>
              <a:t>—computing 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gr_completion_rate_150</a:t>
            </a:r>
            <a:r>
              <a:rPr lang="en-US" dirty="0"/>
              <a:t> from 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CHRTSTAT=13/12</a:t>
            </a:r>
            <a:r>
              <a:rPr lang="en-US" dirty="0"/>
              <a:t> and binary 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y_grad_outcome_high</a:t>
            </a:r>
            <a:r>
              <a:rPr lang="en-US" dirty="0"/>
              <a:t> via median split—and writes 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project_target_unitid.csv</a:t>
            </a:r>
            <a:r>
              <a:rPr lang="en-US" dirty="0"/>
              <a:t> and 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project_target_report.json</a:t>
            </a:r>
            <a:r>
              <a:rPr lang="en-US" dirty="0"/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82186E-257E-6BBD-8975-437153594E91}"/>
              </a:ext>
            </a:extLst>
          </p:cNvPr>
          <p:cNvSpPr txBox="1"/>
          <p:nvPr/>
        </p:nvSpPr>
        <p:spPr>
          <a:xfrm>
            <a:off x="8071038" y="3213529"/>
            <a:ext cx="1749600" cy="1328812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/>
              <a:t>Merges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analysis_base.csv</a:t>
            </a:r>
            <a:r>
              <a:rPr lang="en-US" dirty="0"/>
              <a:t> with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project_target_unitid.csv</a:t>
            </a:r>
            <a:r>
              <a:rPr lang="en-US" dirty="0"/>
              <a:t>, selects/cleans baseline features, and writes model input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modeling_ready.csv</a:t>
            </a:r>
            <a:r>
              <a:rPr lang="en-US" dirty="0"/>
              <a:t> and column-role dictionary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variable_map.csv</a:t>
            </a:r>
            <a:r>
              <a:rPr lang="en-US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C924FB-F4E2-7F12-E7E0-E4D5F3BBC0D5}"/>
              </a:ext>
            </a:extLst>
          </p:cNvPr>
          <p:cNvSpPr txBox="1"/>
          <p:nvPr/>
        </p:nvSpPr>
        <p:spPr>
          <a:xfrm>
            <a:off x="9735317" y="3844846"/>
            <a:ext cx="1749600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>
              <a:defRPr sz="900"/>
            </a:lvl1pPr>
          </a:lstStyle>
          <a:p>
            <a:r>
              <a:rPr lang="en-US" dirty="0"/>
              <a:t>Trains logistic-regression and random-forest baselines on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modeling_ready.csv</a:t>
            </a:r>
            <a:r>
              <a:rPr lang="en-US" dirty="0"/>
              <a:t>, evaluates holdout performance (accuracy/precision/recall/F1/ROC-AUC), and writes </a:t>
            </a:r>
            <a:r>
              <a:rPr lang="en-US" sz="800" dirty="0" err="1">
                <a:highlight>
                  <a:srgbClr val="C0C0C0"/>
                </a:highlight>
                <a:latin typeface="Consolas" panose="020B0609020204030204" pitchFamily="49" charset="0"/>
              </a:rPr>
              <a:t>baseline_metrics.json</a:t>
            </a:r>
            <a:r>
              <a:rPr lang="en-US" dirty="0"/>
              <a:t> and </a:t>
            </a:r>
            <a:r>
              <a:rPr lang="en-US" sz="800" dirty="0">
                <a:highlight>
                  <a:srgbClr val="C0C0C0"/>
                </a:highlight>
                <a:latin typeface="Consolas" panose="020B0609020204030204" pitchFamily="49" charset="0"/>
              </a:rPr>
              <a:t>baseline_feature_importance.csv</a:t>
            </a:r>
            <a:r>
              <a:rPr lang="en-US" dirty="0"/>
              <a:t>.</a:t>
            </a:r>
          </a:p>
        </p:txBody>
      </p: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23430C66-74B8-16D2-A035-0078F56A7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829783"/>
              </p:ext>
            </p:extLst>
          </p:nvPr>
        </p:nvGraphicFramePr>
        <p:xfrm>
          <a:off x="1063625" y="1017487"/>
          <a:ext cx="11715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171432" imgH="514562" progId="Package">
                  <p:embed/>
                </p:oleObj>
              </mc:Choice>
              <mc:Fallback>
                <p:oleObj name="Packager Shell Object" showAsIcon="1" r:id="rId2" imgW="1171432" imgH="514562" progId="Package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23430C66-74B8-16D2-A035-0078F56A73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63625" y="1017487"/>
                        <a:ext cx="11715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1BA8361D-EEE9-B0FF-E8C3-D1829FB00F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09634"/>
              </p:ext>
            </p:extLst>
          </p:nvPr>
        </p:nvGraphicFramePr>
        <p:xfrm>
          <a:off x="937786" y="4334926"/>
          <a:ext cx="10572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1057288" imgH="514562" progId="Package">
                  <p:embed/>
                </p:oleObj>
              </mc:Choice>
              <mc:Fallback>
                <p:oleObj name="Packager Shell Object" showAsIcon="1" r:id="rId4" imgW="1057288" imgH="514562" progId="Package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1BA8361D-EEE9-B0FF-E8C3-D1829FB00F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7786" y="4334926"/>
                        <a:ext cx="10572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E2DBAD94-A5DA-41A7-1899-311481D52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965300"/>
              </p:ext>
            </p:extLst>
          </p:nvPr>
        </p:nvGraphicFramePr>
        <p:xfrm>
          <a:off x="4278791" y="5230131"/>
          <a:ext cx="16192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1619259" imgH="514562" progId="Package">
                  <p:embed/>
                </p:oleObj>
              </mc:Choice>
              <mc:Fallback>
                <p:oleObj name="Packager Shell Object" showAsIcon="1" r:id="rId6" imgW="1619259" imgH="514562" progId="Package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E2DBAD94-A5DA-41A7-1899-311481D52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78791" y="5230131"/>
                        <a:ext cx="16192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B26BC355-6C35-EED6-965E-8E64F577AE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78495"/>
              </p:ext>
            </p:extLst>
          </p:nvPr>
        </p:nvGraphicFramePr>
        <p:xfrm>
          <a:off x="7957419" y="2643358"/>
          <a:ext cx="1790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8" imgW="1790891" imgH="514562" progId="Package">
                  <p:embed/>
                </p:oleObj>
              </mc:Choice>
              <mc:Fallback>
                <p:oleObj name="Packager Shell Object" showAsIcon="1" r:id="rId8" imgW="1790891" imgH="514562" progId="Package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B26BC355-6C35-EED6-965E-8E64F577AE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57419" y="2643358"/>
                        <a:ext cx="17907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A7A741D9-A4F3-97C1-B150-8EB24376C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6074936"/>
              </p:ext>
            </p:extLst>
          </p:nvPr>
        </p:nvGraphicFramePr>
        <p:xfrm>
          <a:off x="2162413" y="4451213"/>
          <a:ext cx="19526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0" imgW="1952525" imgH="514562" progId="Package">
                  <p:embed/>
                </p:oleObj>
              </mc:Choice>
              <mc:Fallback>
                <p:oleObj name="Packager Shell Object" showAsIcon="1" r:id="rId10" imgW="1952525" imgH="514562" progId="Package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A7A741D9-A4F3-97C1-B150-8EB24376C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162413" y="4451213"/>
                        <a:ext cx="19526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AFE3C973-5A25-9B5A-FF02-2C5AB73454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829998"/>
              </p:ext>
            </p:extLst>
          </p:nvPr>
        </p:nvGraphicFramePr>
        <p:xfrm>
          <a:off x="6199575" y="1742794"/>
          <a:ext cx="1647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2" imgW="1648003" imgH="514562" progId="Package">
                  <p:embed/>
                </p:oleObj>
              </mc:Choice>
              <mc:Fallback>
                <p:oleObj name="Packager Shell Object" showAsIcon="1" r:id="rId12" imgW="1648003" imgH="514562" progId="Package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AFE3C973-5A25-9B5A-FF02-2C5AB7345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199575" y="1742794"/>
                        <a:ext cx="16478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689F0FE7-4265-0799-BC84-979F7B027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840086"/>
              </p:ext>
            </p:extLst>
          </p:nvPr>
        </p:nvGraphicFramePr>
        <p:xfrm>
          <a:off x="9850350" y="3320068"/>
          <a:ext cx="12573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4" imgW="1257248" imgH="514562" progId="Package">
                  <p:embed/>
                </p:oleObj>
              </mc:Choice>
              <mc:Fallback>
                <p:oleObj name="Packager Shell Object" showAsIcon="1" r:id="rId14" imgW="1257248" imgH="514562" progId="Package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689F0FE7-4265-0799-BC84-979F7B027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850350" y="3320068"/>
                        <a:ext cx="12573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6468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A90C-28B7-AA21-CAA1-85A1C7339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and Coverage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EEDD5-6827-334B-755F-8FB8AA13C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7772"/>
            <a:ext cx="9514398" cy="5229191"/>
          </a:xfrm>
        </p:spPr>
        <p:txBody>
          <a:bodyPr/>
          <a:lstStyle/>
          <a:p>
            <a:r>
              <a:rPr lang="en-US" dirty="0"/>
              <a:t>Full institutional frame retained from HD: 6,072 institutions</a:t>
            </a:r>
          </a:p>
          <a:p>
            <a:r>
              <a:rPr lang="en-US" dirty="0"/>
              <a:t>Input inventory includes row counts, UNITID cardinality, and file checksums</a:t>
            </a:r>
          </a:p>
          <a:p>
            <a:r>
              <a:rPr lang="en-US" dirty="0"/>
              <a:t>Long-format handling prevents row explosion during merges</a:t>
            </a:r>
          </a:p>
          <a:p>
            <a:r>
              <a:rPr lang="en-US" dirty="0"/>
              <a:t>Coverage diagnostics exported for each merge stage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B307509-F86C-8C99-3C03-F510C3BC0923}"/>
              </a:ext>
            </a:extLst>
          </p:cNvPr>
          <p:cNvGrpSpPr/>
          <p:nvPr/>
        </p:nvGrpSpPr>
        <p:grpSpPr>
          <a:xfrm>
            <a:off x="739927" y="2032592"/>
            <a:ext cx="10985737" cy="4317211"/>
            <a:chOff x="739927" y="2032592"/>
            <a:chExt cx="10985737" cy="431721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7C5314-FF9D-57F8-64C1-B3473581CE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9927" y="3986178"/>
              <a:ext cx="7966752" cy="169220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C223446-444E-0058-9752-A5FC65D63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6690" y="2032592"/>
              <a:ext cx="2388974" cy="402952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332293-B919-F922-5B2B-FC340D1FCC51}"/>
                </a:ext>
              </a:extLst>
            </p:cNvPr>
            <p:cNvSpPr txBox="1"/>
            <p:nvPr/>
          </p:nvSpPr>
          <p:spPr>
            <a:xfrm>
              <a:off x="10078969" y="6118971"/>
              <a:ext cx="9044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i="1" dirty="0"/>
                <a:t>Join snapshot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27E92C5-15EC-1E49-02D5-FED132BADCC0}"/>
                </a:ext>
              </a:extLst>
            </p:cNvPr>
            <p:cNvSpPr txBox="1"/>
            <p:nvPr/>
          </p:nvSpPr>
          <p:spPr>
            <a:xfrm>
              <a:off x="3202648" y="5696839"/>
              <a:ext cx="8787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i="1" dirty="0"/>
                <a:t>Sample table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2139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07950-BE2E-37DA-BA5B-CCE9B2BBA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Long-Format Feature Engineering (EF/GR)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FE30A-B627-D2AA-56BB-259B3BF5F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536" y="640080"/>
            <a:ext cx="5053066" cy="25466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EF and GR are multi-row-per-institution; direct join is unsafe</a:t>
            </a:r>
          </a:p>
          <a:p>
            <a:r>
              <a:rPr lang="en-US" sz="2000"/>
              <a:t>Flattened into institution-level aggregates (counts, means, maxima, diversity of cohort/status codes)</a:t>
            </a:r>
          </a:p>
          <a:p>
            <a:r>
              <a:rPr lang="en-US" sz="2000"/>
              <a:t>Output: 5,847 rows × 53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253E91-7351-D632-BAD9-3B58AC15499C}"/>
              </a:ext>
            </a:extLst>
          </p:cNvPr>
          <p:cNvSpPr txBox="1"/>
          <p:nvPr/>
        </p:nvSpPr>
        <p:spPr>
          <a:xfrm>
            <a:off x="6570204" y="3671315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Source: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longformat_unitid_features.csv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longformat_unitid_features_report.json</a:t>
            </a:r>
          </a:p>
        </p:txBody>
      </p:sp>
    </p:spTree>
    <p:extLst>
      <p:ext uri="{BB962C8B-B14F-4D97-AF65-F5344CB8AC3E}">
        <p14:creationId xmlns:p14="http://schemas.microsoft.com/office/powerpoint/2010/main" val="321106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7FD950-30B8-BFEA-C459-F41748A2F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 Base Construction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4AB5E-FE84-8884-C856-5D9925C22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536" y="640080"/>
            <a:ext cx="5053066" cy="25466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Left-join strategy anchored on HD preserves universe consistency</a:t>
            </a:r>
          </a:p>
          <a:p>
            <a:r>
              <a:rPr lang="en-US" sz="2000"/>
              <a:t>Source-prefixed columns ensure traceability</a:t>
            </a:r>
          </a:p>
          <a:p>
            <a:r>
              <a:rPr lang="en-US" sz="2000"/>
              <a:t>Final analysis base: 6,072 rows × 1,592 columns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AAE81-69F0-5114-241B-639CBC26BB9B}"/>
              </a:ext>
            </a:extLst>
          </p:cNvPr>
          <p:cNvSpPr txBox="1"/>
          <p:nvPr/>
        </p:nvSpPr>
        <p:spPr>
          <a:xfrm>
            <a:off x="6570204" y="3671315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Source: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analysis_base.csv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analysis_base_join_report.json</a:t>
            </a:r>
          </a:p>
        </p:txBody>
      </p:sp>
    </p:spTree>
    <p:extLst>
      <p:ext uri="{BB962C8B-B14F-4D97-AF65-F5344CB8AC3E}">
        <p14:creationId xmlns:p14="http://schemas.microsoft.com/office/powerpoint/2010/main" val="317090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08A84-F3DC-7901-7253-4F252E0B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Target Definition (Project-Aligned)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0E0C7-F611-3543-5025-FB6A0002F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536" y="640080"/>
            <a:ext cx="5053066" cy="25466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/>
              <a:t>Continuous target: graduation completion ratio gr_completion_rate_150 = sum(CHRTSTAT=13) / sum(CHRTSTAT=12)</a:t>
            </a:r>
          </a:p>
          <a:p>
            <a:r>
              <a:rPr lang="en-US" sz="1700"/>
              <a:t>Binary target for baseline classification: y_grad_outcome_high</a:t>
            </a:r>
          </a:p>
          <a:p>
            <a:r>
              <a:rPr lang="en-US" sz="1700"/>
              <a:t>1 if completion ratio ≥ median, else 0</a:t>
            </a:r>
          </a:p>
          <a:p>
            <a:r>
              <a:rPr lang="en-US" sz="1700"/>
              <a:t>Valid target rows: 3,636 (balanced 1,818 / 1,818)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07C974-5767-9111-9C03-2E099A97BFF6}"/>
              </a:ext>
            </a:extLst>
          </p:cNvPr>
          <p:cNvSpPr txBox="1"/>
          <p:nvPr/>
        </p:nvSpPr>
        <p:spPr>
          <a:xfrm>
            <a:off x="6570204" y="3671315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Source: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project_target_report.json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project_target_unitid.csv</a:t>
            </a:r>
          </a:p>
        </p:txBody>
      </p:sp>
    </p:spTree>
    <p:extLst>
      <p:ext uri="{BB962C8B-B14F-4D97-AF65-F5344CB8AC3E}">
        <p14:creationId xmlns:p14="http://schemas.microsoft.com/office/powerpoint/2010/main" val="617922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6799D6-DFCB-2AA1-3A08-6136C6160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Modeling-Ready Dataset + Baseline Performance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11759-0FF2-31BC-9851-A61DC7CF3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536" y="640080"/>
            <a:ext cx="5053066" cy="25466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/>
              <a:t>Modeling-ready shape: 3,636 rows × 39 columns</a:t>
            </a:r>
          </a:p>
          <a:p>
            <a:r>
              <a:rPr lang="en-US" sz="1700"/>
              <a:t>Leakage-aware feature set: institutional context + admissions + aid + cost + flattened EF features</a:t>
            </a:r>
          </a:p>
          <a:p>
            <a:r>
              <a:rPr lang="en-US" sz="1700"/>
              <a:t>Baseline test performance:</a:t>
            </a:r>
          </a:p>
          <a:p>
            <a:pPr lvl="1"/>
            <a:r>
              <a:rPr lang="en-US" sz="1700"/>
              <a:t>Logistic Regression ROC-AUC: 0.882</a:t>
            </a:r>
          </a:p>
          <a:p>
            <a:pPr lvl="1"/>
            <a:r>
              <a:rPr lang="en-US" sz="1700"/>
              <a:t>Random Forest ROC-AUC: 0.911</a:t>
            </a:r>
          </a:p>
          <a:p>
            <a:pPr lvl="1"/>
            <a:r>
              <a:rPr lang="en-US" sz="1700"/>
              <a:t>Random Forest Accuracy: 0.824, F1: 0.822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C77CA-DA80-699A-578E-19238553B6C2}"/>
              </a:ext>
            </a:extLst>
          </p:cNvPr>
          <p:cNvSpPr txBox="1"/>
          <p:nvPr/>
        </p:nvSpPr>
        <p:spPr>
          <a:xfrm>
            <a:off x="6570204" y="3671315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Source: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modeling_ready.csv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baseline_metrics.json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baseline_feature_importance.csv</a:t>
            </a:r>
          </a:p>
        </p:txBody>
      </p:sp>
    </p:spTree>
    <p:extLst>
      <p:ext uri="{BB962C8B-B14F-4D97-AF65-F5344CB8AC3E}">
        <p14:creationId xmlns:p14="http://schemas.microsoft.com/office/powerpoint/2010/main" val="3242844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2B62B-F936-A414-4218-8BF02B4A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Interpretation, Limits,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7304-44D3-A98C-85E7-DA3BF4A01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8993" y="1412489"/>
            <a:ext cx="2926080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400"/>
              <a:t>Interpretation: Pipeline and baseline indicate strong signal in institutional attributes and cost/admissions context</a:t>
            </a:r>
          </a:p>
          <a:p>
            <a:r>
              <a:rPr lang="en-US" sz="1400"/>
              <a:t>Limits: Institution-level proxy target; no student-level applicant trajectories</a:t>
            </a:r>
          </a:p>
          <a:p>
            <a:r>
              <a:rPr lang="en-US" sz="1400"/>
              <a:t>Next steps:</a:t>
            </a:r>
          </a:p>
          <a:p>
            <a:pPr lvl="1"/>
            <a:r>
              <a:rPr lang="en-US" sz="1400"/>
              <a:t>Calibrate thresholding and probability outputs</a:t>
            </a:r>
          </a:p>
          <a:p>
            <a:pPr lvl="1"/>
            <a:r>
              <a:rPr lang="en-US" sz="1400"/>
              <a:t>Add fairness and subgroup diagnostics</a:t>
            </a:r>
          </a:p>
          <a:p>
            <a:pPr lvl="1"/>
            <a:r>
              <a:rPr lang="en-US" sz="1400"/>
              <a:t>Build recommendation/ranking layer and dashboard</a:t>
            </a:r>
          </a:p>
          <a:p>
            <a:pPr lvl="1"/>
            <a:r>
              <a:rPr lang="en-US" sz="1400"/>
              <a:t>Convert pipeline outputs into decision-support UI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948BF-FF38-8296-BB61-ECB93D0F37A7}"/>
              </a:ext>
            </a:extLst>
          </p:cNvPr>
          <p:cNvSpPr txBox="1"/>
          <p:nvPr/>
        </p:nvSpPr>
        <p:spPr>
          <a:xfrm>
            <a:off x="8451604" y="1412489"/>
            <a:ext cx="2926080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/>
              <a:t>We now have a reproducible backbone and can shift from data engineering to product-facing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2535702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E2DA5DC3908146B4310B4560F6FEAC" ma:contentTypeVersion="3" ma:contentTypeDescription="Create a new document." ma:contentTypeScope="" ma:versionID="d488c977e6e9f92ef0d5f63182f5b8f2">
  <xsd:schema xmlns:xsd="http://www.w3.org/2001/XMLSchema" xmlns:xs="http://www.w3.org/2001/XMLSchema" xmlns:p="http://schemas.microsoft.com/office/2006/metadata/properties" xmlns:ns2="c25d3119-3d45-4b10-8dfa-ea26b820ff10" targetNamespace="http://schemas.microsoft.com/office/2006/metadata/properties" ma:root="true" ma:fieldsID="b1f65a2a753951693c10aa956bb5bf6e" ns2:_="">
    <xsd:import namespace="c25d3119-3d45-4b10-8dfa-ea26b820ff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5d3119-3d45-4b10-8dfa-ea26b820ff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A368A0-41B0-4EDE-9759-E29551F470D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B32EB75-CE81-41A6-A7C4-77F9A31E85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25d3119-3d45-4b10-8dfa-ea26b820ff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925832-4A86-41A9-912C-69495A72DE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787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Aptos SemiBold</vt:lpstr>
      <vt:lpstr>Arial</vt:lpstr>
      <vt:lpstr>Calibri</vt:lpstr>
      <vt:lpstr>Consolas</vt:lpstr>
      <vt:lpstr>Office Theme</vt:lpstr>
      <vt:lpstr>Package</vt:lpstr>
      <vt:lpstr>Data-Driven College Match Reproducible IPEDS Pipeline and Baseline Outcome Modeling</vt:lpstr>
      <vt:lpstr>Project Overview</vt:lpstr>
      <vt:lpstr>Data Inputs</vt:lpstr>
      <vt:lpstr>Pipeline Logic</vt:lpstr>
      <vt:lpstr>Data Quality and Coverage</vt:lpstr>
      <vt:lpstr>Long-Format Feature Engineering (EF/GR)</vt:lpstr>
      <vt:lpstr>Analysis Base Construction</vt:lpstr>
      <vt:lpstr>Target Definition (Project-Aligned)</vt:lpstr>
      <vt:lpstr>Modeling-Ready Dataset + Baseline Performance</vt:lpstr>
      <vt:lpstr>Interpretation, Limits,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JD Allen</dc:creator>
  <cp:lastModifiedBy>JD Allen</cp:lastModifiedBy>
  <cp:revision>1</cp:revision>
  <dcterms:created xsi:type="dcterms:W3CDTF">2026-03-17T02:17:39Z</dcterms:created>
  <dcterms:modified xsi:type="dcterms:W3CDTF">2026-03-18T02:12:56Z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0x01010004E2DA5DC3908146B4310B4560F6FEAC</vt:lpwstr>
  </property>
</Properties>
</file>